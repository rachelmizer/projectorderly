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74"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61"/>
    <p:restoredTop sz="70137"/>
  </p:normalViewPr>
  <p:slideViewPr>
    <p:cSldViewPr snapToGrid="0" snapToObjects="1">
      <p:cViewPr varScale="1">
        <p:scale>
          <a:sx n="116" d="100"/>
          <a:sy n="116" d="100"/>
        </p:scale>
        <p:origin x="392"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SERINA</a:t>
            </a:r>
          </a:p>
          <a:p>
            <a:endParaRPr lang="en-US" dirty="0"/>
          </a:p>
          <a:p>
            <a:r>
              <a:rPr lang="en-US" dirty="0"/>
              <a:t>Hello, and welcome.</a:t>
            </a:r>
          </a:p>
          <a:p>
            <a:endParaRPr lang="en-US" dirty="0"/>
          </a:p>
          <a:p>
            <a:r>
              <a:rPr lang="en-US" dirty="0"/>
              <a:t>Today is a big milestone for our team — and we are truly excited to share what we've built.</a:t>
            </a:r>
          </a:p>
          <a:p>
            <a:endParaRPr lang="en-US" dirty="0"/>
          </a:p>
          <a:p>
            <a:r>
              <a:rPr lang="en-US" dirty="0"/>
              <a:t>My name is Serina </a:t>
            </a:r>
          </a:p>
          <a:p>
            <a:r>
              <a:rPr lang="en-US" dirty="0"/>
              <a:t>And I am the Project Manager </a:t>
            </a:r>
            <a:r>
              <a:rPr lang="en-US" b="1" dirty="0"/>
              <a:t>and</a:t>
            </a:r>
            <a:r>
              <a:rPr lang="en-US" dirty="0"/>
              <a:t> Scrum Master for Team 7: a group of six student developers formed together at Wake Tech Community College.</a:t>
            </a:r>
          </a:p>
          <a:p>
            <a:endParaRPr lang="en-US" dirty="0"/>
          </a:p>
          <a:p>
            <a:r>
              <a:rPr lang="en-US" dirty="0"/>
              <a:t>As “PM”, I was the </a:t>
            </a:r>
            <a:r>
              <a:rPr lang="en-US" i="1" dirty="0"/>
              <a:t>main</a:t>
            </a:r>
            <a:r>
              <a:rPr lang="en-US" dirty="0"/>
              <a:t> facilitator for our </a:t>
            </a:r>
            <a:r>
              <a:rPr lang="en-US" b="1" dirty="0"/>
              <a:t>entire</a:t>
            </a:r>
            <a:r>
              <a:rPr lang="en-US" dirty="0"/>
              <a:t> development process </a:t>
            </a:r>
          </a:p>
          <a:p>
            <a:r>
              <a:rPr lang="en-US" dirty="0"/>
              <a:t>— keeping us </a:t>
            </a:r>
            <a:r>
              <a:rPr lang="en-US" i="1" dirty="0"/>
              <a:t>aligned</a:t>
            </a:r>
            <a:r>
              <a:rPr lang="en-US" dirty="0"/>
              <a:t>, </a:t>
            </a:r>
            <a:r>
              <a:rPr lang="en-US" b="1" i="1" dirty="0"/>
              <a:t>moving</a:t>
            </a:r>
            <a:r>
              <a:rPr lang="en-US" dirty="0"/>
              <a:t>, </a:t>
            </a:r>
            <a:r>
              <a:rPr lang="en-US" i="1" dirty="0"/>
              <a:t>and accountable</a:t>
            </a:r>
            <a:r>
              <a:rPr lang="en-US" dirty="0"/>
              <a:t> from the very 1st planning meeting -- </a:t>
            </a:r>
            <a:r>
              <a:rPr lang="en-US" i="1" dirty="0" err="1"/>
              <a:t>allll</a:t>
            </a:r>
            <a:r>
              <a:rPr lang="en-US" i="1" dirty="0"/>
              <a:t> the way -- </a:t>
            </a:r>
            <a:r>
              <a:rPr lang="en-US" dirty="0"/>
              <a:t>to shipping version </a:t>
            </a:r>
            <a:r>
              <a:rPr lang="en-US" b="1" dirty="0"/>
              <a:t>1.0.0</a:t>
            </a:r>
            <a:r>
              <a:rPr lang="en-US" dirty="0"/>
              <a:t> this week.</a:t>
            </a:r>
          </a:p>
          <a:p>
            <a:endParaRPr lang="en-US" dirty="0"/>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  👀 READ the room: </a:t>
            </a:r>
          </a:p>
          <a:p>
            <a:r>
              <a:rPr lang="en-US" sz="1200" b="0" i="0" kern="1200" dirty="0">
                <a:solidFill>
                  <a:schemeClr val="tx1"/>
                </a:solidFill>
                <a:effectLst/>
                <a:latin typeface="+mn-lt"/>
                <a:ea typeface="+mn-ea"/>
                <a:cs typeface="+mn-cs"/>
              </a:rPr>
              <a:t>|  “Wait, so before I continue… </a:t>
            </a:r>
          </a:p>
          <a:p>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let’s welcome </a:t>
            </a:r>
            <a:r>
              <a:rPr lang="en-US" sz="1200" b="0" i="0" kern="1200" dirty="0">
                <a:solidFill>
                  <a:schemeClr val="tx1"/>
                </a:solidFill>
                <a:effectLst/>
                <a:latin typeface="+mn-lt"/>
                <a:ea typeface="+mn-ea"/>
                <a:cs typeface="+mn-cs"/>
              </a:rPr>
              <a:t>Professor Tabbal </a:t>
            </a:r>
            <a:r>
              <a:rPr lang="en-US" sz="1200" b="1" i="0"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our spectators 😊 </a:t>
            </a:r>
          </a:p>
          <a:p>
            <a:r>
              <a:rPr lang="en-US" sz="1200" b="0" i="0" kern="1200" dirty="0">
                <a:solidFill>
                  <a:schemeClr val="tx1"/>
                </a:solidFill>
                <a:effectLst/>
                <a:latin typeface="+mn-lt"/>
                <a:ea typeface="+mn-ea"/>
                <a:cs typeface="+mn-cs"/>
              </a:rPr>
              <a:t>|  We’re glad to have you here, thank you.”</a:t>
            </a:r>
          </a:p>
          <a:p>
            <a:endParaRPr lang="en-US" sz="1200" b="0" i="0" kern="1200" dirty="0">
              <a:solidFill>
                <a:schemeClr val="tx1"/>
              </a:solidFill>
              <a:effectLst/>
              <a:latin typeface="+mn-lt"/>
              <a:ea typeface="+mn-ea"/>
              <a:cs typeface="+mn-cs"/>
            </a:endParaRPr>
          </a:p>
          <a:p>
            <a:r>
              <a:rPr lang="en-US" dirty="0"/>
              <a:t>So — </a:t>
            </a:r>
            <a:r>
              <a:rPr lang="en-US" b="1" dirty="0"/>
              <a:t>what exactly </a:t>
            </a:r>
            <a:r>
              <a:rPr lang="en-US" b="1" i="1" dirty="0"/>
              <a:t>is…</a:t>
            </a:r>
            <a:r>
              <a:rPr lang="en-US" b="1" dirty="0"/>
              <a:t> </a:t>
            </a:r>
            <a:r>
              <a:rPr lang="en-US" dirty="0"/>
              <a:t>“Orderly”?</a:t>
            </a:r>
          </a:p>
          <a:p>
            <a:endParaRPr lang="en-US" dirty="0"/>
          </a:p>
          <a:p>
            <a:r>
              <a:rPr lang="en-US" dirty="0"/>
              <a:t>At the start of this semester…</a:t>
            </a:r>
          </a:p>
          <a:p>
            <a:r>
              <a:rPr lang="en-US" dirty="0"/>
              <a:t>our class was surveyed, grouped, and handed.. a </a:t>
            </a:r>
            <a:r>
              <a:rPr lang="en-US" b="1" dirty="0"/>
              <a:t>Software Requirements Specification </a:t>
            </a:r>
            <a:r>
              <a:rPr lang="en-US" dirty="0"/>
              <a:t>developed by a </a:t>
            </a:r>
            <a:r>
              <a:rPr lang="en-US" b="1" dirty="0"/>
              <a:t>separate group</a:t>
            </a:r>
            <a:r>
              <a:rPr lang="en-US" b="1" i="1" dirty="0"/>
              <a:t> </a:t>
            </a:r>
            <a:r>
              <a:rPr lang="en-US" i="1" dirty="0"/>
              <a:t>in </a:t>
            </a:r>
            <a:r>
              <a:rPr lang="en-US" b="1" dirty="0"/>
              <a:t>previous semester</a:t>
            </a:r>
            <a:r>
              <a:rPr lang="en-US" dirty="0"/>
              <a:t>. </a:t>
            </a:r>
          </a:p>
          <a:p>
            <a:r>
              <a:rPr lang="en-US" dirty="0"/>
              <a:t>…Our challenge was simple: </a:t>
            </a:r>
            <a:r>
              <a:rPr lang="en-US" b="1" dirty="0"/>
              <a:t>make it happen</a:t>
            </a:r>
            <a:r>
              <a:rPr lang="en-US" dirty="0"/>
              <a:t>.</a:t>
            </a:r>
          </a:p>
          <a:p>
            <a:endParaRPr lang="en-US" dirty="0"/>
          </a:p>
          <a:p>
            <a:r>
              <a:rPr lang="en-US" dirty="0"/>
              <a:t>What we were handed was a </a:t>
            </a:r>
            <a:r>
              <a:rPr lang="en-US" i="1" dirty="0"/>
              <a:t>vision</a:t>
            </a:r>
            <a:r>
              <a:rPr lang="en-US" dirty="0"/>
              <a:t> for a </a:t>
            </a:r>
            <a:r>
              <a:rPr lang="en-US" b="1" dirty="0"/>
              <a:t>centralized</a:t>
            </a:r>
            <a:r>
              <a:rPr lang="en-US" dirty="0"/>
              <a:t> </a:t>
            </a:r>
            <a:r>
              <a:rPr lang="en-US" i="1" dirty="0"/>
              <a:t>web application </a:t>
            </a:r>
            <a:r>
              <a:rPr lang="en-US" dirty="0"/>
              <a:t>— </a:t>
            </a:r>
          </a:p>
          <a:p>
            <a:r>
              <a:rPr lang="en-US" dirty="0"/>
              <a:t>one designed to solve a </a:t>
            </a:r>
            <a:r>
              <a:rPr lang="en-US" b="1" dirty="0"/>
              <a:t>very real problem </a:t>
            </a:r>
            <a:r>
              <a:rPr lang="en-US" dirty="0"/>
              <a:t>for </a:t>
            </a:r>
            <a:r>
              <a:rPr lang="en-US" i="1" dirty="0"/>
              <a:t>small to mid-sized </a:t>
            </a:r>
            <a:r>
              <a:rPr lang="en-US" dirty="0"/>
              <a:t>businesses. </a:t>
            </a:r>
          </a:p>
          <a:p>
            <a:endParaRPr lang="en-US" dirty="0"/>
          </a:p>
          <a:p>
            <a:r>
              <a:rPr lang="en-US" dirty="0"/>
              <a:t>Business owners were managing orders on paper</a:t>
            </a:r>
            <a:r>
              <a:rPr lang="en-US" b="1" dirty="0"/>
              <a:t>, tracking inventory</a:t>
            </a:r>
            <a:r>
              <a:rPr lang="en-US" dirty="0"/>
              <a:t> in spreadsheets, </a:t>
            </a:r>
            <a:r>
              <a:rPr lang="en-US" b="1" dirty="0"/>
              <a:t>juggling tools </a:t>
            </a:r>
            <a:r>
              <a:rPr lang="en-US" dirty="0"/>
              <a:t>that were NEVER meant to work together.. </a:t>
            </a:r>
          </a:p>
          <a:p>
            <a:r>
              <a:rPr lang="en-US" dirty="0"/>
              <a:t>This meant manual processes.. missed orders.. and </a:t>
            </a:r>
            <a:r>
              <a:rPr lang="en-US" b="1" dirty="0"/>
              <a:t>no</a:t>
            </a:r>
            <a:r>
              <a:rPr lang="en-US" dirty="0"/>
              <a:t> </a:t>
            </a:r>
            <a:r>
              <a:rPr lang="en-US" i="1" dirty="0"/>
              <a:t>real-time</a:t>
            </a:r>
            <a:r>
              <a:rPr lang="en-US" dirty="0"/>
              <a:t> visibility.</a:t>
            </a:r>
          </a:p>
          <a:p>
            <a:endParaRPr lang="en-US" dirty="0"/>
          </a:p>
          <a:p>
            <a:r>
              <a:rPr lang="en-US" dirty="0"/>
              <a:t>Our job was to take that vision off the page… </a:t>
            </a:r>
            <a:r>
              <a:rPr lang="en-US" b="1" dirty="0"/>
              <a:t>and then build it</a:t>
            </a:r>
            <a:r>
              <a:rPr lang="en-US" dirty="0"/>
              <a:t>.</a:t>
            </a:r>
          </a:p>
          <a:p>
            <a:endParaRPr lang="en-US" dirty="0"/>
          </a:p>
          <a:p>
            <a:r>
              <a:rPr lang="en-US" b="1" dirty="0"/>
              <a:t>The final result? </a:t>
            </a:r>
          </a:p>
          <a:p>
            <a:r>
              <a:rPr lang="en-US" dirty="0"/>
              <a:t>Our software that stands today.. Orderly. </a:t>
            </a:r>
          </a:p>
          <a:p>
            <a:endParaRPr lang="en-US" dirty="0"/>
          </a:p>
          <a:p>
            <a:r>
              <a:rPr lang="en-US" dirty="0"/>
              <a:t>A </a:t>
            </a:r>
            <a:r>
              <a:rPr lang="en-US" i="1" dirty="0"/>
              <a:t>flexible</a:t>
            </a:r>
            <a:r>
              <a:rPr lang="en-US" dirty="0"/>
              <a:t>, </a:t>
            </a:r>
            <a:r>
              <a:rPr lang="en-US" b="1" dirty="0"/>
              <a:t>self-service..</a:t>
            </a:r>
            <a:r>
              <a:rPr lang="en-US" dirty="0"/>
              <a:t> ordering </a:t>
            </a:r>
            <a:r>
              <a:rPr lang="en-US" b="1" dirty="0"/>
              <a:t>and</a:t>
            </a:r>
            <a:r>
              <a:rPr lang="en-US" dirty="0"/>
              <a:t> business management </a:t>
            </a:r>
            <a:r>
              <a:rPr lang="en-US" b="1" dirty="0"/>
              <a:t>platform</a:t>
            </a:r>
            <a:r>
              <a:rPr lang="en-US" dirty="0"/>
              <a:t> — </a:t>
            </a:r>
          </a:p>
          <a:p>
            <a:r>
              <a:rPr lang="en-US" b="1" dirty="0"/>
              <a:t>With ✨</a:t>
            </a:r>
            <a:r>
              <a:rPr lang="en-US" dirty="0"/>
              <a:t> a </a:t>
            </a:r>
            <a:r>
              <a:rPr lang="en-US" i="1" dirty="0"/>
              <a:t>customer-facing</a:t>
            </a:r>
            <a:r>
              <a:rPr lang="en-US" dirty="0"/>
              <a:t> </a:t>
            </a:r>
            <a:r>
              <a:rPr lang="en-US" b="1" dirty="0"/>
              <a:t>storefront</a:t>
            </a:r>
            <a:r>
              <a:rPr lang="en-US" dirty="0"/>
              <a:t> </a:t>
            </a:r>
            <a:r>
              <a:rPr lang="en-US" i="1" dirty="0"/>
              <a:t>and</a:t>
            </a:r>
            <a:r>
              <a:rPr lang="en-US" dirty="0"/>
              <a:t> a</a:t>
            </a:r>
            <a:r>
              <a:rPr lang="en-US" b="1" dirty="0"/>
              <a:t> full business admin portal… built..</a:t>
            </a:r>
            <a:r>
              <a:rPr lang="en-US" dirty="0"/>
              <a:t> from the </a:t>
            </a:r>
            <a:r>
              <a:rPr lang="en-US" i="1" dirty="0"/>
              <a:t>ground</a:t>
            </a:r>
            <a:r>
              <a:rPr lang="en-US" dirty="0"/>
              <a:t> up..</a:t>
            </a:r>
          </a:p>
          <a:p>
            <a:r>
              <a:rPr lang="en-US" b="1" dirty="0"/>
              <a:t>Across Five</a:t>
            </a:r>
            <a:r>
              <a:rPr lang="en-US" dirty="0"/>
              <a:t> sprints. </a:t>
            </a:r>
          </a:p>
          <a:p>
            <a:r>
              <a:rPr lang="en-US" b="1" dirty="0"/>
              <a:t>Six</a:t>
            </a:r>
            <a:r>
              <a:rPr lang="en-US" dirty="0"/>
              <a:t> team members. </a:t>
            </a:r>
          </a:p>
          <a:p>
            <a:r>
              <a:rPr lang="en-US" dirty="0"/>
              <a:t>And </a:t>
            </a:r>
            <a:r>
              <a:rPr lang="en-US" b="1" dirty="0"/>
              <a:t>over fifteen user </a:t>
            </a:r>
            <a:r>
              <a:rPr lang="en-US" dirty="0"/>
              <a:t>features </a:t>
            </a:r>
            <a:r>
              <a:rPr lang="en-US" b="1" dirty="0"/>
              <a:t>delivered</a:t>
            </a:r>
            <a:r>
              <a:rPr lang="en-US" dirty="0"/>
              <a:t>.</a:t>
            </a:r>
          </a:p>
          <a:p>
            <a:endParaRPr lang="en-US" dirty="0"/>
          </a:p>
          <a:p>
            <a:r>
              <a:rPr lang="en-US" dirty="0"/>
              <a:t>Now, Let me walk you through </a:t>
            </a:r>
            <a:r>
              <a:rPr lang="en-US" i="1" dirty="0"/>
              <a:t>exactly </a:t>
            </a:r>
            <a:r>
              <a:rPr lang="en-US" b="1" dirty="0"/>
              <a:t>how</a:t>
            </a:r>
            <a:r>
              <a:rPr lang="en-US" dirty="0"/>
              <a:t> we got there.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Alright. So..</a:t>
            </a:r>
          </a:p>
          <a:p>
            <a:r>
              <a:rPr lang="en-US" dirty="0"/>
              <a:t>We followed an </a:t>
            </a:r>
            <a:r>
              <a:rPr lang="en-US" b="1" dirty="0"/>
              <a:t>Agile Scrum </a:t>
            </a:r>
            <a:r>
              <a:rPr lang="en-US" dirty="0"/>
              <a:t>methodology across </a:t>
            </a:r>
            <a:r>
              <a:rPr lang="en-US" b="1" dirty="0"/>
              <a:t>five</a:t>
            </a:r>
            <a:r>
              <a:rPr lang="en-US" dirty="0"/>
              <a:t> “</a:t>
            </a:r>
            <a:r>
              <a:rPr lang="en-US" i="1" dirty="0"/>
              <a:t>two-week</a:t>
            </a:r>
            <a:r>
              <a:rPr lang="en-US" dirty="0"/>
              <a:t> sprints”.. running from January through April. </a:t>
            </a:r>
          </a:p>
          <a:p>
            <a:endParaRPr lang="en-US" dirty="0"/>
          </a:p>
          <a:p>
            <a:r>
              <a:rPr lang="en-US" dirty="0"/>
              <a:t>Each sprint had a clear focus — </a:t>
            </a:r>
          </a:p>
          <a:p>
            <a:r>
              <a:rPr lang="en-US" dirty="0"/>
              <a:t>we started with Foundation: laying out our software </a:t>
            </a:r>
            <a:r>
              <a:rPr lang="en-US" b="1" dirty="0"/>
              <a:t>architecture</a:t>
            </a:r>
            <a:r>
              <a:rPr lang="en-US" dirty="0"/>
              <a:t>, team </a:t>
            </a:r>
            <a:r>
              <a:rPr lang="en-US" b="1" dirty="0"/>
              <a:t>standards</a:t>
            </a:r>
            <a:r>
              <a:rPr lang="en-US" dirty="0"/>
              <a:t>, and </a:t>
            </a:r>
            <a:r>
              <a:rPr lang="en-US" b="1" dirty="0"/>
              <a:t>development environment</a:t>
            </a:r>
            <a:r>
              <a:rPr lang="en-US" dirty="0"/>
              <a:t>. </a:t>
            </a:r>
          </a:p>
          <a:p>
            <a:endParaRPr lang="en-US" dirty="0"/>
          </a:p>
          <a:p>
            <a:r>
              <a:rPr lang="en-US" dirty="0"/>
              <a:t>From there, we </a:t>
            </a:r>
            <a:r>
              <a:rPr lang="en-US" i="1" dirty="0"/>
              <a:t>built up </a:t>
            </a:r>
            <a:r>
              <a:rPr lang="en-US" dirty="0"/>
              <a:t>our </a:t>
            </a:r>
            <a:r>
              <a:rPr lang="en-US" b="1" dirty="0"/>
              <a:t>data layer… </a:t>
            </a:r>
            <a:r>
              <a:rPr lang="en-US" dirty="0"/>
              <a:t>then our </a:t>
            </a:r>
            <a:r>
              <a:rPr lang="en-US" b="1" dirty="0"/>
              <a:t>engineering backbone</a:t>
            </a:r>
            <a:r>
              <a:rPr lang="en-US" dirty="0"/>
              <a:t>.. then the </a:t>
            </a:r>
            <a:r>
              <a:rPr lang="en-US" b="1" dirty="0"/>
              <a:t>full</a:t>
            </a:r>
            <a:r>
              <a:rPr lang="en-US" dirty="0"/>
              <a:t> customer experience…  and then finally </a:t>
            </a:r>
            <a:r>
              <a:rPr lang="en-US" b="1" dirty="0"/>
              <a:t>the business </a:t>
            </a:r>
            <a:r>
              <a:rPr lang="en-US" dirty="0"/>
              <a:t>admin tools.</a:t>
            </a:r>
          </a:p>
          <a:p>
            <a:endParaRPr lang="en-US" dirty="0"/>
          </a:p>
          <a:p>
            <a:r>
              <a:rPr lang="en-US" dirty="0"/>
              <a:t>The timeline on this slide tells that exact story.</a:t>
            </a:r>
          </a:p>
          <a:p>
            <a:r>
              <a:rPr lang="en-US" dirty="0"/>
              <a:t> </a:t>
            </a:r>
          </a:p>
          <a:p>
            <a:r>
              <a:rPr lang="en-US" dirty="0"/>
              <a:t>You can see.. the </a:t>
            </a:r>
            <a:r>
              <a:rPr lang="en-US" b="1" dirty="0"/>
              <a:t>sprint milestones</a:t>
            </a:r>
            <a:r>
              <a:rPr lang="en-US" dirty="0"/>
              <a:t>, our </a:t>
            </a:r>
            <a:r>
              <a:rPr lang="en-US" b="1" dirty="0"/>
              <a:t>spring break</a:t>
            </a:r>
            <a:r>
              <a:rPr lang="en-US" dirty="0"/>
              <a:t>, and then.. the </a:t>
            </a:r>
            <a:r>
              <a:rPr lang="en-US" b="1" dirty="0"/>
              <a:t>final push </a:t>
            </a:r>
            <a:r>
              <a:rPr lang="en-US" dirty="0"/>
              <a:t>— </a:t>
            </a:r>
          </a:p>
          <a:p>
            <a:r>
              <a:rPr lang="en-US" dirty="0"/>
              <a:t>Which Included a </a:t>
            </a:r>
            <a:r>
              <a:rPr lang="en-US" b="1" dirty="0"/>
              <a:t>hard code freeze </a:t>
            </a:r>
            <a:r>
              <a:rPr lang="en-US" dirty="0"/>
              <a:t>on </a:t>
            </a:r>
            <a:r>
              <a:rPr lang="en-US" i="1" dirty="0"/>
              <a:t>April 24th</a:t>
            </a:r>
            <a:r>
              <a:rPr lang="en-US" dirty="0"/>
              <a:t>, deployment on the 25th, and then… </a:t>
            </a:r>
            <a:r>
              <a:rPr lang="en-US" b="1" dirty="0"/>
              <a:t>here</a:t>
            </a:r>
            <a:r>
              <a:rPr lang="en-US" dirty="0"/>
              <a:t>.. where we stand today.</a:t>
            </a:r>
          </a:p>
          <a:p>
            <a:endParaRPr lang="en-US" dirty="0"/>
          </a:p>
          <a:p>
            <a:r>
              <a:rPr lang="en-US" dirty="0"/>
              <a:t>This was all built across </a:t>
            </a:r>
            <a:r>
              <a:rPr lang="en-US" b="1" dirty="0"/>
              <a:t>Fourteen weeks </a:t>
            </a:r>
            <a:r>
              <a:rPr lang="en-US" dirty="0"/>
              <a:t>where our team held </a:t>
            </a:r>
            <a:r>
              <a:rPr lang="en-US" b="1" dirty="0"/>
              <a:t>Five sprint reviews</a:t>
            </a:r>
            <a:r>
              <a:rPr lang="en-US" dirty="0"/>
              <a:t> </a:t>
            </a:r>
            <a:r>
              <a:rPr lang="en-US" i="1" dirty="0"/>
              <a:t>and five more</a:t>
            </a:r>
            <a:r>
              <a:rPr lang="en-US" dirty="0"/>
              <a:t> </a:t>
            </a:r>
            <a:r>
              <a:rPr lang="en-US" b="1" dirty="0"/>
              <a:t>retrospectives</a:t>
            </a:r>
            <a:r>
              <a:rPr lang="en-US" b="0" dirty="0"/>
              <a:t>, </a:t>
            </a:r>
          </a:p>
          <a:p>
            <a:r>
              <a:rPr lang="en-US" b="0" dirty="0"/>
              <a:t>Where I as PM facilitated</a:t>
            </a:r>
            <a:r>
              <a:rPr lang="en-US" b="1" dirty="0"/>
              <a:t> over </a:t>
            </a:r>
            <a:r>
              <a:rPr lang="en-US" b="0" i="1" dirty="0"/>
              <a:t>thirty</a:t>
            </a:r>
            <a:r>
              <a:rPr lang="en-US" b="1" dirty="0"/>
              <a:t> team meetings </a:t>
            </a:r>
            <a:r>
              <a:rPr lang="en-US" dirty="0"/>
              <a:t>using </a:t>
            </a:r>
            <a:r>
              <a:rPr lang="en-US" b="1" dirty="0"/>
              <a:t>two “</a:t>
            </a:r>
            <a:r>
              <a:rPr lang="en-US" b="0" i="1" dirty="0"/>
              <a:t>Kanban Trello boards</a:t>
            </a:r>
            <a:r>
              <a:rPr lang="en-US" b="0" dirty="0"/>
              <a:t>” that </a:t>
            </a:r>
            <a:r>
              <a:rPr lang="en-US" b="0" i="1" dirty="0"/>
              <a:t>served</a:t>
            </a:r>
            <a:r>
              <a:rPr lang="en-US" b="0" dirty="0"/>
              <a:t> </a:t>
            </a:r>
            <a:r>
              <a:rPr lang="en-US" dirty="0"/>
              <a:t>as our Team’s “process organization”. </a:t>
            </a:r>
            <a:br>
              <a:rPr lang="en-US" dirty="0"/>
            </a:br>
            <a:endParaRPr lang="en-US" dirty="0"/>
          </a:p>
          <a:p>
            <a:r>
              <a:rPr lang="en-US" i="1" dirty="0"/>
              <a:t>Iteratively built</a:t>
            </a:r>
            <a:r>
              <a:rPr lang="en-US" dirty="0"/>
              <a:t>, from the ground up.. All under one </a:t>
            </a:r>
            <a:r>
              <a:rPr lang="en-US" b="1" dirty="0"/>
              <a:t>product development plan.</a:t>
            </a:r>
            <a:br>
              <a:rPr lang="en-US" dirty="0"/>
            </a:br>
            <a:endParaRPr lang="en-US" dirty="0"/>
          </a:p>
          <a:p>
            <a:r>
              <a:rPr lang="en-US" dirty="0"/>
              <a:t>'ll now hand it over to Kim, our Product Owner, to walk you through </a:t>
            </a:r>
            <a:r>
              <a:rPr lang="en-US" b="1" dirty="0"/>
              <a:t>what</a:t>
            </a:r>
            <a:r>
              <a:rPr lang="en-US" dirty="0"/>
              <a:t> we delivered and </a:t>
            </a:r>
            <a:r>
              <a:rPr lang="en-US" b="1" i="1" dirty="0"/>
              <a:t>how.. </a:t>
            </a:r>
            <a:r>
              <a:rPr lang="en-US" dirty="0"/>
              <a:t> 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endParaRPr lang="en-US" dirty="0"/>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endParaRPr lang="en-US" dirty="0"/>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endParaRPr lang="en-US" dirty="0"/>
          </a:p>
          <a:p>
            <a:r>
              <a:rPr lang="en-US" sz="1200" kern="1200" dirty="0">
                <a:solidFill>
                  <a:schemeClr val="tx1"/>
                </a:solidFill>
                <a:effectLst/>
                <a:latin typeface="+mn-lt"/>
                <a:ea typeface="+mn-ea"/>
                <a:cs typeface="+mn-cs"/>
              </a:rPr>
              <a:t>Now that we’ve looked at what Orderly does from a </a:t>
            </a:r>
            <a:r>
              <a:rPr lang="en-US" sz="1200" b="1" kern="1200" dirty="0">
                <a:solidFill>
                  <a:schemeClr val="tx1"/>
                </a:solidFill>
                <a:effectLst/>
                <a:latin typeface="+mn-lt"/>
                <a:ea typeface="+mn-ea"/>
                <a:cs typeface="+mn-cs"/>
              </a:rPr>
              <a:t>user perspective</a:t>
            </a:r>
            <a:r>
              <a:rPr lang="en-US" sz="1200" kern="1200" dirty="0">
                <a:solidFill>
                  <a:schemeClr val="tx1"/>
                </a:solidFill>
                <a:effectLst/>
                <a:latin typeface="+mn-lt"/>
                <a:ea typeface="+mn-ea"/>
                <a:cs typeface="+mn-cs"/>
              </a:rPr>
              <a:t>, let’s take a step back and look at the </a:t>
            </a:r>
            <a:r>
              <a:rPr lang="en-US" sz="1200" b="1" kern="1200" dirty="0">
                <a:solidFill>
                  <a:schemeClr val="tx1"/>
                </a:solidFill>
                <a:effectLst/>
                <a:latin typeface="+mn-lt"/>
                <a:ea typeface="+mn-ea"/>
                <a:cs typeface="+mn-cs"/>
              </a:rPr>
              <a:t>overall scope</a:t>
            </a:r>
            <a:r>
              <a:rPr lang="en-US" sz="1200" kern="1200" dirty="0">
                <a:solidFill>
                  <a:schemeClr val="tx1"/>
                </a:solidFill>
                <a:effectLst/>
                <a:latin typeface="+mn-lt"/>
                <a:ea typeface="+mn-ea"/>
                <a:cs typeface="+mn-cs"/>
              </a:rPr>
              <a:t> of the project.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a:t>
            </a:r>
            <a:r>
              <a:rPr lang="en-US" sz="1200" kern="1200" dirty="0">
                <a:solidFill>
                  <a:schemeClr val="tx1"/>
                </a:solidFill>
                <a:effectLst/>
                <a:latin typeface="+mn-lt"/>
                <a:ea typeface="+mn-ea"/>
                <a:cs typeface="+mn-cs"/>
              </a:rPr>
              <a:t>rderly is a </a:t>
            </a:r>
            <a:r>
              <a:rPr lang="en-US" sz="1200" b="1" kern="1200" dirty="0">
                <a:solidFill>
                  <a:schemeClr val="tx1"/>
                </a:solidFill>
                <a:effectLst/>
                <a:latin typeface="+mn-lt"/>
                <a:ea typeface="+mn-ea"/>
                <a:cs typeface="+mn-cs"/>
              </a:rPr>
              <a:t>full-stack</a:t>
            </a:r>
            <a:r>
              <a:rPr lang="en-US" sz="1200" kern="1200" dirty="0">
                <a:solidFill>
                  <a:schemeClr val="tx1"/>
                </a:solidFill>
                <a:effectLst/>
                <a:latin typeface="+mn-lt"/>
                <a:ea typeface="+mn-ea"/>
                <a:cs typeface="+mn-cs"/>
              </a:rPr>
              <a:t> system designed to be </a:t>
            </a:r>
            <a:r>
              <a:rPr lang="en-US" sz="1200" b="1" kern="1200" dirty="0">
                <a:solidFill>
                  <a:schemeClr val="tx1"/>
                </a:solidFill>
                <a:effectLst/>
                <a:latin typeface="+mn-lt"/>
                <a:ea typeface="+mn-ea"/>
                <a:cs typeface="+mn-cs"/>
              </a:rPr>
              <a:t>flexible</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scalable</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a:t>
            </a:r>
            <a:r>
              <a:rPr lang="en-US" sz="1200" kern="1200" dirty="0">
                <a:solidFill>
                  <a:schemeClr val="tx1"/>
                </a:solidFill>
                <a:effectLst/>
                <a:latin typeface="+mn-lt"/>
                <a:ea typeface="+mn-ea"/>
                <a:cs typeface="+mn-cs"/>
              </a:rPr>
              <a:t>e worked across four major epics and delivered over </a:t>
            </a:r>
            <a:r>
              <a:rPr lang="en-US" sz="1200" b="1" kern="1200" dirty="0">
                <a:solidFill>
                  <a:schemeClr val="tx1"/>
                </a:solidFill>
                <a:effectLst/>
                <a:latin typeface="+mn-lt"/>
                <a:ea typeface="+mn-ea"/>
                <a:cs typeface="+mn-cs"/>
              </a:rPr>
              <a:t>25 user stories</a:t>
            </a:r>
            <a:r>
              <a:rPr lang="en-US" sz="1200" kern="1200" dirty="0">
                <a:solidFill>
                  <a:schemeClr val="tx1"/>
                </a:solidFill>
                <a:effectLst/>
                <a:latin typeface="+mn-lt"/>
                <a:ea typeface="+mn-ea"/>
                <a:cs typeface="+mn-cs"/>
              </a:rPr>
              <a:t> supporting both </a:t>
            </a:r>
            <a:r>
              <a:rPr lang="en-US" sz="1200" b="1" kern="1200" dirty="0">
                <a:solidFill>
                  <a:schemeClr val="tx1"/>
                </a:solidFill>
                <a:effectLst/>
                <a:latin typeface="+mn-lt"/>
                <a:ea typeface="+mn-ea"/>
                <a:cs typeface="+mn-cs"/>
              </a:rPr>
              <a:t>customers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business</a:t>
            </a:r>
            <a:r>
              <a:rPr lang="en-US" sz="1200" kern="1200" dirty="0">
                <a:solidFill>
                  <a:schemeClr val="tx1"/>
                </a:solidFill>
                <a:effectLst/>
                <a:latin typeface="+mn-lt"/>
                <a:ea typeface="+mn-ea"/>
                <a:cs typeface="+mn-cs"/>
              </a:rPr>
              <a:t> users.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As a team, we made over </a:t>
            </a:r>
            <a:r>
              <a:rPr lang="en-US" sz="1200" b="1" kern="1200" dirty="0">
                <a:solidFill>
                  <a:schemeClr val="tx1"/>
                </a:solidFill>
                <a:effectLst/>
                <a:latin typeface="+mn-lt"/>
                <a:ea typeface="+mn-ea"/>
                <a:cs typeface="+mn-cs"/>
              </a:rPr>
              <a:t>800 code</a:t>
            </a:r>
            <a:r>
              <a:rPr lang="en-US" sz="1200" kern="1200" dirty="0">
                <a:solidFill>
                  <a:schemeClr val="tx1"/>
                </a:solidFill>
                <a:effectLst/>
                <a:latin typeface="+mn-lt"/>
                <a:ea typeface="+mn-ea"/>
                <a:cs typeface="+mn-cs"/>
              </a:rPr>
              <a:t> commits, reflecting strong </a:t>
            </a:r>
            <a:r>
              <a:rPr lang="en-US" sz="1200" b="1" kern="1200" dirty="0">
                <a:solidFill>
                  <a:schemeClr val="tx1"/>
                </a:solidFill>
                <a:effectLst/>
                <a:latin typeface="+mn-lt"/>
                <a:ea typeface="+mn-ea"/>
                <a:cs typeface="+mn-cs"/>
              </a:rPr>
              <a:t>collaboration</a:t>
            </a:r>
            <a:r>
              <a:rPr lang="en-US" sz="1200" kern="1200" dirty="0">
                <a:solidFill>
                  <a:schemeClr val="tx1"/>
                </a:solidFill>
                <a:effectLst/>
                <a:latin typeface="+mn-lt"/>
                <a:ea typeface="+mn-ea"/>
                <a:cs typeface="+mn-cs"/>
              </a:rPr>
              <a:t> throughout the project.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developed over </a:t>
            </a:r>
            <a:r>
              <a:rPr lang="en-US" sz="1200" b="1" kern="1200" dirty="0">
                <a:solidFill>
                  <a:schemeClr val="tx1"/>
                </a:solidFill>
                <a:effectLst/>
                <a:latin typeface="+mn-lt"/>
                <a:ea typeface="+mn-ea"/>
                <a:cs typeface="+mn-cs"/>
              </a:rPr>
              <a:t>50 API endpoints</a:t>
            </a:r>
            <a:r>
              <a:rPr lang="en-US" sz="1200" kern="1200" dirty="0">
                <a:solidFill>
                  <a:schemeClr val="tx1"/>
                </a:solidFill>
                <a:effectLst/>
                <a:latin typeface="+mn-lt"/>
                <a:ea typeface="+mn-ea"/>
                <a:cs typeface="+mn-cs"/>
              </a:rPr>
              <a:t> and supported them with </a:t>
            </a:r>
            <a:r>
              <a:rPr lang="en-US" sz="1200" b="1" kern="1200" dirty="0">
                <a:solidFill>
                  <a:schemeClr val="tx1"/>
                </a:solidFill>
                <a:effectLst/>
                <a:latin typeface="+mn-lt"/>
                <a:ea typeface="+mn-ea"/>
                <a:cs typeface="+mn-cs"/>
              </a:rPr>
              <a:t>automated testing</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system reliability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Finally, we maintained a living </a:t>
            </a:r>
            <a:r>
              <a:rPr lang="en-US" sz="1200" b="1" kern="1200" dirty="0">
                <a:solidFill>
                  <a:schemeClr val="tx1"/>
                </a:solidFill>
                <a:effectLst/>
                <a:latin typeface="+mn-lt"/>
                <a:ea typeface="+mn-ea"/>
                <a:cs typeface="+mn-cs"/>
              </a:rPr>
              <a:t>backlog</a:t>
            </a:r>
            <a:r>
              <a:rPr lang="en-US" sz="1200" kern="1200" dirty="0">
                <a:solidFill>
                  <a:schemeClr val="tx1"/>
                </a:solidFill>
                <a:effectLst/>
                <a:latin typeface="+mn-lt"/>
                <a:ea typeface="+mn-ea"/>
                <a:cs typeface="+mn-cs"/>
              </a:rPr>
              <a:t> to keep </a:t>
            </a:r>
            <a:r>
              <a:rPr lang="en-US" sz="1200" b="1" kern="1200" dirty="0">
                <a:solidFill>
                  <a:schemeClr val="tx1"/>
                </a:solidFill>
                <a:effectLst/>
                <a:latin typeface="+mn-lt"/>
                <a:ea typeface="+mn-ea"/>
                <a:cs typeface="+mn-cs"/>
              </a:rPr>
              <a:t>development align</a:t>
            </a:r>
            <a:r>
              <a:rPr lang="en-US" sz="1200" kern="1200" dirty="0">
                <a:solidFill>
                  <a:schemeClr val="tx1"/>
                </a:solidFill>
                <a:effectLst/>
                <a:latin typeface="+mn-lt"/>
                <a:ea typeface="+mn-ea"/>
                <a:cs typeface="+mn-cs"/>
              </a:rPr>
              <a:t>ed and up to date.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endParaRPr lang="en-US" b="0" dirty="0"/>
          </a:p>
          <a:p>
            <a:r>
              <a:rPr lang="en-US" sz="1200" kern="1200" dirty="0">
                <a:solidFill>
                  <a:schemeClr val="tx1"/>
                </a:solidFill>
                <a:effectLst/>
                <a:latin typeface="+mn-lt"/>
                <a:ea typeface="+mn-ea"/>
                <a:cs typeface="+mn-cs"/>
              </a:rPr>
              <a:t>To make all of that possible, we had to be </a:t>
            </a:r>
            <a:r>
              <a:rPr lang="en-US" sz="1200" b="1" kern="1200" dirty="0">
                <a:solidFill>
                  <a:schemeClr val="tx1"/>
                </a:solidFill>
                <a:effectLst/>
                <a:latin typeface="+mn-lt"/>
                <a:ea typeface="+mn-ea"/>
                <a:cs typeface="+mn-cs"/>
              </a:rPr>
              <a:t>very intentional</a:t>
            </a:r>
            <a:r>
              <a:rPr lang="en-US" sz="1200" kern="1200" dirty="0">
                <a:solidFill>
                  <a:schemeClr val="tx1"/>
                </a:solidFill>
                <a:effectLst/>
                <a:latin typeface="+mn-lt"/>
                <a:ea typeface="+mn-ea"/>
                <a:cs typeface="+mn-cs"/>
              </a:rPr>
              <a:t> about how we managed </a:t>
            </a:r>
            <a:r>
              <a:rPr lang="en-US" sz="1200" b="1" kern="1200" dirty="0">
                <a:solidFill>
                  <a:schemeClr val="tx1"/>
                </a:solidFill>
                <a:effectLst/>
                <a:latin typeface="+mn-lt"/>
                <a:ea typeface="+mn-ea"/>
                <a:cs typeface="+mn-cs"/>
              </a:rPr>
              <a:t>scope</a:t>
            </a:r>
            <a:r>
              <a:rPr lang="en-US" sz="1200" kern="1200" dirty="0">
                <a:solidFill>
                  <a:schemeClr val="tx1"/>
                </a:solidFill>
                <a:effectLst/>
                <a:latin typeface="+mn-lt"/>
                <a:ea typeface="+mn-ea"/>
                <a:cs typeface="+mn-cs"/>
              </a:rPr>
              <a:t> and made </a:t>
            </a:r>
            <a:r>
              <a:rPr lang="en-US" sz="1200" b="1" kern="1200" dirty="0">
                <a:solidFill>
                  <a:schemeClr val="tx1"/>
                </a:solidFill>
                <a:effectLst/>
                <a:latin typeface="+mn-lt"/>
                <a:ea typeface="+mn-ea"/>
                <a:cs typeface="+mn-cs"/>
              </a:rPr>
              <a:t>product decisions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kept the project </a:t>
            </a:r>
            <a:r>
              <a:rPr lang="en-US" sz="1200" b="1" kern="1200" dirty="0">
                <a:solidFill>
                  <a:schemeClr val="tx1"/>
                </a:solidFill>
                <a:effectLst/>
                <a:latin typeface="+mn-lt"/>
                <a:ea typeface="+mn-ea"/>
                <a:cs typeface="+mn-cs"/>
              </a:rPr>
              <a:t>focused</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deliverable</a:t>
            </a:r>
            <a:r>
              <a:rPr lang="en-US" sz="1200" kern="1200" dirty="0">
                <a:solidFill>
                  <a:schemeClr val="tx1"/>
                </a:solidFill>
                <a:effectLst/>
                <a:latin typeface="+mn-lt"/>
                <a:ea typeface="+mn-ea"/>
                <a:cs typeface="+mn-cs"/>
              </a:rPr>
              <a:t> throughout development.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used </a:t>
            </a:r>
            <a:r>
              <a:rPr lang="en-US" sz="1200" b="1" kern="1200" dirty="0">
                <a:solidFill>
                  <a:schemeClr val="tx1"/>
                </a:solidFill>
                <a:effectLst/>
                <a:latin typeface="+mn-lt"/>
                <a:ea typeface="+mn-ea"/>
                <a:cs typeface="+mn-cs"/>
              </a:rPr>
              <a:t>Moscow</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critical features</a:t>
            </a:r>
            <a:r>
              <a:rPr lang="en-US" sz="1200" kern="1200" dirty="0">
                <a:solidFill>
                  <a:schemeClr val="tx1"/>
                </a:solidFill>
                <a:effectLst/>
                <a:latin typeface="+mn-lt"/>
                <a:ea typeface="+mn-ea"/>
                <a:cs typeface="+mn-cs"/>
              </a:rPr>
              <a:t> were completed </a:t>
            </a:r>
            <a:r>
              <a:rPr lang="en-US" sz="1200" b="1" kern="1200" dirty="0">
                <a:solidFill>
                  <a:schemeClr val="tx1"/>
                </a:solidFill>
                <a:effectLst/>
                <a:latin typeface="+mn-lt"/>
                <a:ea typeface="+mn-ea"/>
                <a:cs typeface="+mn-cs"/>
              </a:rPr>
              <a:t>first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a </a:t>
            </a:r>
            <a:r>
              <a:rPr lang="en-US" sz="1200" b="1" kern="1200" dirty="0">
                <a:solidFill>
                  <a:schemeClr val="tx1"/>
                </a:solidFill>
                <a:effectLst/>
                <a:latin typeface="+mn-lt"/>
                <a:ea typeface="+mn-ea"/>
                <a:cs typeface="+mn-cs"/>
              </a:rPr>
              <a:t>wave-based</a:t>
            </a:r>
            <a:r>
              <a:rPr lang="en-US" sz="1200" kern="1200" dirty="0">
                <a:solidFill>
                  <a:schemeClr val="tx1"/>
                </a:solidFill>
                <a:effectLst/>
                <a:latin typeface="+mn-lt"/>
                <a:ea typeface="+mn-ea"/>
                <a:cs typeface="+mn-cs"/>
              </a:rPr>
              <a:t> approach, completing </a:t>
            </a:r>
            <a:r>
              <a:rPr lang="en-US" sz="1200" b="1" kern="1200" dirty="0">
                <a:solidFill>
                  <a:schemeClr val="tx1"/>
                </a:solidFill>
                <a:effectLst/>
                <a:latin typeface="+mn-lt"/>
                <a:ea typeface="+mn-ea"/>
                <a:cs typeface="+mn-cs"/>
              </a:rPr>
              <a:t>backend APIs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frontend</a:t>
            </a:r>
            <a:r>
              <a:rPr lang="en-US" sz="1200" kern="1200" dirty="0">
                <a:solidFill>
                  <a:schemeClr val="tx1"/>
                </a:solidFill>
                <a:effectLst/>
                <a:latin typeface="+mn-lt"/>
                <a:ea typeface="+mn-ea"/>
                <a:cs typeface="+mn-cs"/>
              </a:rPr>
              <a:t> integration to reduce </a:t>
            </a:r>
            <a:r>
              <a:rPr lang="en-US" sz="1200" b="1" kern="1200" dirty="0">
                <a:solidFill>
                  <a:schemeClr val="tx1"/>
                </a:solidFill>
                <a:effectLst/>
                <a:latin typeface="+mn-lt"/>
                <a:ea typeface="+mn-ea"/>
                <a:cs typeface="+mn-cs"/>
              </a:rPr>
              <a:t>blockers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made sure every </a:t>
            </a:r>
            <a:r>
              <a:rPr lang="en-US" sz="1200" b="1" kern="1200" dirty="0">
                <a:solidFill>
                  <a:schemeClr val="tx1"/>
                </a:solidFill>
                <a:effectLst/>
                <a:latin typeface="+mn-lt"/>
                <a:ea typeface="+mn-ea"/>
                <a:cs typeface="+mn-cs"/>
              </a:rPr>
              <a:t>feature</a:t>
            </a:r>
            <a:r>
              <a:rPr lang="en-US" sz="1200" kern="1200" dirty="0">
                <a:solidFill>
                  <a:schemeClr val="tx1"/>
                </a:solidFill>
                <a:effectLst/>
                <a:latin typeface="+mn-lt"/>
                <a:ea typeface="+mn-ea"/>
                <a:cs typeface="+mn-cs"/>
              </a:rPr>
              <a:t> had clear </a:t>
            </a:r>
            <a:r>
              <a:rPr lang="en-US" sz="1200" b="1" kern="1200" dirty="0">
                <a:solidFill>
                  <a:schemeClr val="tx1"/>
                </a:solidFill>
                <a:effectLst/>
                <a:latin typeface="+mn-lt"/>
                <a:ea typeface="+mn-ea"/>
                <a:cs typeface="+mn-cs"/>
              </a:rPr>
              <a:t>requirements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development</a:t>
            </a:r>
            <a:r>
              <a:rPr lang="en-US" sz="1200" kern="1200" dirty="0">
                <a:solidFill>
                  <a:schemeClr val="tx1"/>
                </a:solidFill>
                <a:effectLst/>
                <a:latin typeface="+mn-lt"/>
                <a:ea typeface="+mn-ea"/>
                <a:cs typeface="+mn-cs"/>
              </a:rPr>
              <a:t> began.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These decisions helped us stay </a:t>
            </a:r>
            <a:r>
              <a:rPr lang="en-US" sz="1200" b="1" kern="1200" dirty="0">
                <a:solidFill>
                  <a:schemeClr val="tx1"/>
                </a:solidFill>
                <a:effectLst/>
                <a:latin typeface="+mn-lt"/>
                <a:ea typeface="+mn-ea"/>
                <a:cs typeface="+mn-cs"/>
              </a:rPr>
              <a:t>organized</a:t>
            </a:r>
            <a:r>
              <a:rPr lang="en-US" sz="1200" kern="1200" dirty="0">
                <a:solidFill>
                  <a:schemeClr val="tx1"/>
                </a:solidFill>
                <a:effectLst/>
                <a:latin typeface="+mn-lt"/>
                <a:ea typeface="+mn-ea"/>
                <a:cs typeface="+mn-cs"/>
              </a:rPr>
              <a:t> and deliver a </a:t>
            </a:r>
            <a:r>
              <a:rPr lang="en-US" sz="1200" b="1" kern="1200" dirty="0">
                <a:solidFill>
                  <a:schemeClr val="tx1"/>
                </a:solidFill>
                <a:effectLst/>
                <a:latin typeface="+mn-lt"/>
                <a:ea typeface="+mn-ea"/>
                <a:cs typeface="+mn-cs"/>
              </a:rPr>
              <a:t>complete system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b="1" dirty="0"/>
          </a:p>
          <a:p>
            <a:r>
              <a:rPr lang="en-US" sz="1200" kern="1200" dirty="0">
                <a:solidFill>
                  <a:schemeClr val="tx1"/>
                </a:solidFill>
                <a:effectLst/>
                <a:latin typeface="+mn-lt"/>
                <a:ea typeface="+mn-ea"/>
                <a:cs typeface="+mn-cs"/>
              </a:rPr>
              <a:t>Beyond </a:t>
            </a:r>
            <a:r>
              <a:rPr lang="en-US" sz="1200" b="1" kern="1200" dirty="0">
                <a:solidFill>
                  <a:schemeClr val="tx1"/>
                </a:solidFill>
                <a:effectLst/>
                <a:latin typeface="+mn-lt"/>
                <a:ea typeface="+mn-ea"/>
                <a:cs typeface="+mn-cs"/>
              </a:rPr>
              <a:t>how</a:t>
            </a:r>
            <a:r>
              <a:rPr lang="en-US" sz="1200" kern="1200" dirty="0">
                <a:solidFill>
                  <a:schemeClr val="tx1"/>
                </a:solidFill>
                <a:effectLst/>
                <a:latin typeface="+mn-lt"/>
                <a:ea typeface="+mn-ea"/>
                <a:cs typeface="+mn-cs"/>
              </a:rPr>
              <a:t> we built the system, we also want to </a:t>
            </a:r>
            <a:r>
              <a:rPr lang="en-US" sz="1200" b="1" kern="1200" dirty="0">
                <a:solidFill>
                  <a:schemeClr val="tx1"/>
                </a:solidFill>
                <a:effectLst/>
                <a:latin typeface="+mn-lt"/>
                <a:ea typeface="+mn-ea"/>
                <a:cs typeface="+mn-cs"/>
              </a:rPr>
              <a:t>highlight</a:t>
            </a:r>
            <a:r>
              <a:rPr lang="en-US" sz="1200" kern="1200" dirty="0">
                <a:solidFill>
                  <a:schemeClr val="tx1"/>
                </a:solidFill>
                <a:effectLst/>
                <a:latin typeface="+mn-lt"/>
                <a:ea typeface="+mn-ea"/>
                <a:cs typeface="+mn-cs"/>
              </a:rPr>
              <a:t> how we </a:t>
            </a:r>
            <a:r>
              <a:rPr lang="en-US" sz="1200" b="1" kern="1200" dirty="0">
                <a:solidFill>
                  <a:schemeClr val="tx1"/>
                </a:solidFill>
                <a:effectLst/>
                <a:latin typeface="+mn-lt"/>
                <a:ea typeface="+mn-ea"/>
                <a:cs typeface="+mn-cs"/>
              </a:rPr>
              <a:t>worked</a:t>
            </a:r>
            <a:r>
              <a:rPr lang="en-US" sz="1200" kern="1200" dirty="0">
                <a:solidFill>
                  <a:schemeClr val="tx1"/>
                </a:solidFill>
                <a:effectLst/>
                <a:latin typeface="+mn-lt"/>
                <a:ea typeface="+mn-ea"/>
                <a:cs typeface="+mn-cs"/>
              </a:rPr>
              <a:t> as a </a:t>
            </a:r>
            <a:r>
              <a:rPr lang="en-US" sz="1200" b="1" kern="1200" dirty="0">
                <a:solidFill>
                  <a:schemeClr val="tx1"/>
                </a:solidFill>
                <a:effectLst/>
                <a:latin typeface="+mn-lt"/>
                <a:ea typeface="+mn-ea"/>
                <a:cs typeface="+mn-cs"/>
              </a:rPr>
              <a:t>team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One of our biggest </a:t>
            </a:r>
            <a:r>
              <a:rPr lang="en-US" sz="1200" b="1" kern="1200" dirty="0">
                <a:solidFill>
                  <a:schemeClr val="tx1"/>
                </a:solidFill>
                <a:effectLst/>
                <a:latin typeface="+mn-lt"/>
                <a:ea typeface="+mn-ea"/>
                <a:cs typeface="+mn-cs"/>
              </a:rPr>
              <a:t>strengths</a:t>
            </a:r>
            <a:r>
              <a:rPr lang="en-US" sz="1200" kern="1200" dirty="0">
                <a:solidFill>
                  <a:schemeClr val="tx1"/>
                </a:solidFill>
                <a:effectLst/>
                <a:latin typeface="+mn-lt"/>
                <a:ea typeface="+mn-ea"/>
                <a:cs typeface="+mn-cs"/>
              </a:rPr>
              <a:t> was maintaining a </a:t>
            </a:r>
            <a:r>
              <a:rPr lang="en-US" sz="1200" b="1" kern="1200" dirty="0">
                <a:solidFill>
                  <a:schemeClr val="tx1"/>
                </a:solidFill>
                <a:effectLst/>
                <a:latin typeface="+mn-lt"/>
                <a:ea typeface="+mn-ea"/>
                <a:cs typeface="+mn-cs"/>
              </a:rPr>
              <a:t>clear API contract</a:t>
            </a:r>
            <a:r>
              <a:rPr lang="en-US" sz="1200" kern="1200" dirty="0">
                <a:solidFill>
                  <a:schemeClr val="tx1"/>
                </a:solidFill>
                <a:effectLst/>
                <a:latin typeface="+mn-lt"/>
                <a:ea typeface="+mn-ea"/>
                <a:cs typeface="+mn-cs"/>
              </a:rPr>
              <a:t>, which kept the frontend and backend </a:t>
            </a:r>
            <a:r>
              <a:rPr lang="en-US" sz="1200" b="1" kern="1200" dirty="0">
                <a:solidFill>
                  <a:schemeClr val="tx1"/>
                </a:solidFill>
                <a:effectLst/>
                <a:latin typeface="+mn-lt"/>
                <a:ea typeface="+mn-ea"/>
                <a:cs typeface="+mn-cs"/>
              </a:rPr>
              <a:t>aligned</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strong development </a:t>
            </a:r>
            <a:r>
              <a:rPr lang="en-US" sz="1200" b="1" kern="1200" dirty="0">
                <a:solidFill>
                  <a:schemeClr val="tx1"/>
                </a:solidFill>
                <a:effectLst/>
                <a:latin typeface="+mn-lt"/>
                <a:ea typeface="+mn-ea"/>
                <a:cs typeface="+mn-cs"/>
              </a:rPr>
              <a:t>practices</a:t>
            </a:r>
            <a:r>
              <a:rPr lang="en-US" sz="1200" kern="1200" dirty="0">
                <a:solidFill>
                  <a:schemeClr val="tx1"/>
                </a:solidFill>
                <a:effectLst/>
                <a:latin typeface="+mn-lt"/>
                <a:ea typeface="+mn-ea"/>
                <a:cs typeface="+mn-cs"/>
              </a:rPr>
              <a:t>, including </a:t>
            </a:r>
            <a:r>
              <a:rPr lang="en-US" sz="1200" b="1" kern="1200" dirty="0">
                <a:solidFill>
                  <a:schemeClr val="tx1"/>
                </a:solidFill>
                <a:effectLst/>
                <a:latin typeface="+mn-lt"/>
                <a:ea typeface="+mn-ea"/>
                <a:cs typeface="+mn-cs"/>
              </a:rPr>
              <a:t>code reviews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testing</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before</a:t>
            </a:r>
            <a:r>
              <a:rPr lang="en-US" sz="1200" kern="1200" dirty="0">
                <a:solidFill>
                  <a:schemeClr val="tx1"/>
                </a:solidFill>
                <a:effectLst/>
                <a:latin typeface="+mn-lt"/>
                <a:ea typeface="+mn-ea"/>
                <a:cs typeface="+mn-cs"/>
              </a:rPr>
              <a:t> merging </a:t>
            </a:r>
            <a:r>
              <a:rPr lang="en-US" sz="1200" b="1" kern="1200" dirty="0">
                <a:solidFill>
                  <a:schemeClr val="tx1"/>
                </a:solidFill>
                <a:effectLst/>
                <a:latin typeface="+mn-lt"/>
                <a:ea typeface="+mn-ea"/>
                <a:cs typeface="+mn-cs"/>
              </a:rPr>
              <a:t>changes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team </a:t>
            </a:r>
            <a:r>
              <a:rPr lang="en-US" sz="1200" b="1" kern="1200" dirty="0">
                <a:solidFill>
                  <a:schemeClr val="tx1"/>
                </a:solidFill>
                <a:effectLst/>
                <a:latin typeface="+mn-lt"/>
                <a:ea typeface="+mn-ea"/>
                <a:cs typeface="+mn-cs"/>
              </a:rPr>
              <a:t>collaborated</a:t>
            </a:r>
            <a:r>
              <a:rPr lang="en-US" sz="1200" kern="1200" dirty="0">
                <a:solidFill>
                  <a:schemeClr val="tx1"/>
                </a:solidFill>
                <a:effectLst/>
                <a:latin typeface="+mn-lt"/>
                <a:ea typeface="+mn-ea"/>
                <a:cs typeface="+mn-cs"/>
              </a:rPr>
              <a:t> closely, </a:t>
            </a:r>
            <a:r>
              <a:rPr lang="en-US" sz="1200" b="1" kern="1200" dirty="0">
                <a:solidFill>
                  <a:schemeClr val="tx1"/>
                </a:solidFill>
                <a:effectLst/>
                <a:latin typeface="+mn-lt"/>
                <a:ea typeface="+mn-ea"/>
                <a:cs typeface="+mn-cs"/>
              </a:rPr>
              <a:t>supporting</a:t>
            </a:r>
            <a:r>
              <a:rPr lang="en-US" sz="1200" kern="1200" dirty="0">
                <a:solidFill>
                  <a:schemeClr val="tx1"/>
                </a:solidFill>
                <a:effectLst/>
                <a:latin typeface="+mn-lt"/>
                <a:ea typeface="+mn-ea"/>
                <a:cs typeface="+mn-cs"/>
              </a:rPr>
              <a:t> each other and </a:t>
            </a:r>
            <a:r>
              <a:rPr lang="en-US" sz="1200" b="1" kern="1200" dirty="0">
                <a:solidFill>
                  <a:schemeClr val="tx1"/>
                </a:solidFill>
                <a:effectLst/>
                <a:latin typeface="+mn-lt"/>
                <a:ea typeface="+mn-ea"/>
                <a:cs typeface="+mn-cs"/>
              </a:rPr>
              <a:t>adapting</a:t>
            </a:r>
            <a:r>
              <a:rPr lang="en-US" sz="1200" kern="1200" dirty="0">
                <a:solidFill>
                  <a:schemeClr val="tx1"/>
                </a:solidFill>
                <a:effectLst/>
                <a:latin typeface="+mn-lt"/>
                <a:ea typeface="+mn-ea"/>
                <a:cs typeface="+mn-cs"/>
              </a:rPr>
              <a:t> quickly when needed.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From a </a:t>
            </a:r>
            <a:r>
              <a:rPr lang="en-US" sz="1200" b="1" kern="1200" dirty="0">
                <a:solidFill>
                  <a:schemeClr val="tx1"/>
                </a:solidFill>
                <a:effectLst/>
                <a:latin typeface="+mn-lt"/>
                <a:ea typeface="+mn-ea"/>
                <a:cs typeface="+mn-cs"/>
              </a:rPr>
              <a:t>personal standpoint</a:t>
            </a:r>
            <a:r>
              <a:rPr lang="en-US" sz="1200" kern="1200" dirty="0">
                <a:solidFill>
                  <a:schemeClr val="tx1"/>
                </a:solidFill>
                <a:effectLst/>
                <a:latin typeface="+mn-lt"/>
                <a:ea typeface="+mn-ea"/>
                <a:cs typeface="+mn-cs"/>
              </a:rPr>
              <a:t>, I worked across both the </a:t>
            </a:r>
            <a:r>
              <a:rPr lang="en-US" sz="1200" b="1" kern="1200" dirty="0">
                <a:solidFill>
                  <a:schemeClr val="tx1"/>
                </a:solidFill>
                <a:effectLst/>
                <a:latin typeface="+mn-lt"/>
                <a:ea typeface="+mn-ea"/>
                <a:cs typeface="+mn-cs"/>
              </a:rPr>
              <a:t>backend and frontend</a:t>
            </a:r>
            <a:r>
              <a:rPr lang="en-US" sz="1200" kern="1200" dirty="0">
                <a:solidFill>
                  <a:schemeClr val="tx1"/>
                </a:solidFill>
                <a:effectLst/>
                <a:latin typeface="+mn-lt"/>
                <a:ea typeface="+mn-ea"/>
                <a:cs typeface="+mn-cs"/>
              </a:rPr>
              <a:t>, contributing to </a:t>
            </a:r>
            <a:r>
              <a:rPr lang="en-US" sz="1200" b="1" kern="1200" dirty="0">
                <a:solidFill>
                  <a:schemeClr val="tx1"/>
                </a:solidFill>
                <a:effectLst/>
                <a:latin typeface="+mn-lt"/>
                <a:ea typeface="+mn-ea"/>
                <a:cs typeface="+mn-cs"/>
              </a:rPr>
              <a:t>API development</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frontend integration</a:t>
            </a:r>
            <a:r>
              <a:rPr lang="en-US" sz="1200" kern="1200" dirty="0">
                <a:solidFill>
                  <a:schemeClr val="tx1"/>
                </a:solidFill>
                <a:effectLst/>
                <a:latin typeface="+mn-lt"/>
                <a:ea typeface="+mn-ea"/>
                <a:cs typeface="+mn-cs"/>
              </a:rPr>
              <a:t>. I also helped ensure that </a:t>
            </a:r>
            <a:r>
              <a:rPr lang="en-US" sz="1200" b="1" kern="1200" dirty="0">
                <a:solidFill>
                  <a:schemeClr val="tx1"/>
                </a:solidFill>
                <a:effectLst/>
                <a:latin typeface="+mn-lt"/>
                <a:ea typeface="+mn-ea"/>
                <a:cs typeface="+mn-cs"/>
              </a:rPr>
              <a:t>features</a:t>
            </a:r>
            <a:r>
              <a:rPr lang="en-US" sz="1200" kern="1200" dirty="0">
                <a:solidFill>
                  <a:schemeClr val="tx1"/>
                </a:solidFill>
                <a:effectLst/>
                <a:latin typeface="+mn-lt"/>
                <a:ea typeface="+mn-ea"/>
                <a:cs typeface="+mn-cs"/>
              </a:rPr>
              <a:t> worked together </a:t>
            </a:r>
            <a:r>
              <a:rPr lang="en-US" sz="1200" b="1" kern="1200" dirty="0">
                <a:solidFill>
                  <a:schemeClr val="tx1"/>
                </a:solidFill>
                <a:effectLst/>
                <a:latin typeface="+mn-lt"/>
                <a:ea typeface="+mn-ea"/>
                <a:cs typeface="+mn-cs"/>
              </a:rPr>
              <a:t>end-to-end</a:t>
            </a:r>
            <a:r>
              <a:rPr lang="en-US" sz="1200" kern="1200" dirty="0">
                <a:solidFill>
                  <a:schemeClr val="tx1"/>
                </a:solidFill>
                <a:effectLst/>
                <a:latin typeface="+mn-lt"/>
                <a:ea typeface="+mn-ea"/>
                <a:cs typeface="+mn-cs"/>
              </a:rPr>
              <a:t>, focusing on </a:t>
            </a:r>
            <a:r>
              <a:rPr lang="en-US" sz="1200" b="1" kern="1200" dirty="0">
                <a:solidFill>
                  <a:schemeClr val="tx1"/>
                </a:solidFill>
                <a:effectLst/>
                <a:latin typeface="+mn-lt"/>
                <a:ea typeface="+mn-ea"/>
                <a:cs typeface="+mn-cs"/>
              </a:rPr>
              <a:t>connecting components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maintaining consistency</a:t>
            </a:r>
            <a:r>
              <a:rPr lang="en-US" sz="1200" kern="1200" dirty="0">
                <a:solidFill>
                  <a:schemeClr val="tx1"/>
                </a:solidFill>
                <a:effectLst/>
                <a:latin typeface="+mn-lt"/>
                <a:ea typeface="+mn-ea"/>
                <a:cs typeface="+mn-cs"/>
              </a:rPr>
              <a:t> across the system.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what we’re most </a:t>
            </a:r>
            <a:r>
              <a:rPr lang="en-US" sz="1200" b="1" kern="1200" dirty="0">
                <a:solidFill>
                  <a:schemeClr val="tx1"/>
                </a:solidFill>
                <a:effectLst/>
                <a:latin typeface="+mn-lt"/>
                <a:ea typeface="+mn-ea"/>
                <a:cs typeface="+mn-cs"/>
              </a:rPr>
              <a:t>proud</a:t>
            </a:r>
            <a:r>
              <a:rPr lang="en-US" sz="1200" kern="1200" dirty="0">
                <a:solidFill>
                  <a:schemeClr val="tx1"/>
                </a:solidFill>
                <a:effectLst/>
                <a:latin typeface="+mn-lt"/>
                <a:ea typeface="+mn-ea"/>
                <a:cs typeface="+mn-cs"/>
              </a:rPr>
              <a:t> of is that this </a:t>
            </a:r>
            <a:r>
              <a:rPr lang="en-US" sz="1200" b="1" kern="1200" dirty="0">
                <a:solidFill>
                  <a:schemeClr val="tx1"/>
                </a:solidFill>
                <a:effectLst/>
                <a:latin typeface="+mn-lt"/>
                <a:ea typeface="+mn-ea"/>
                <a:cs typeface="+mn-cs"/>
              </a:rPr>
              <a:t>idea</a:t>
            </a:r>
            <a:r>
              <a:rPr lang="en-US" sz="1200" kern="1200" dirty="0">
                <a:solidFill>
                  <a:schemeClr val="tx1"/>
                </a:solidFill>
                <a:effectLst/>
                <a:latin typeface="+mn-lt"/>
                <a:ea typeface="+mn-ea"/>
                <a:cs typeface="+mn-cs"/>
              </a:rPr>
              <a:t> became a </a:t>
            </a:r>
            <a:r>
              <a:rPr lang="en-US" sz="1200" b="1" kern="1200" dirty="0">
                <a:solidFill>
                  <a:schemeClr val="tx1"/>
                </a:solidFill>
                <a:effectLst/>
                <a:latin typeface="+mn-lt"/>
                <a:ea typeface="+mn-ea"/>
                <a:cs typeface="+mn-cs"/>
              </a:rPr>
              <a:t>reality</a:t>
            </a:r>
            <a:r>
              <a:rPr lang="en-US" sz="1200" kern="1200" dirty="0">
                <a:solidFill>
                  <a:schemeClr val="tx1"/>
                </a:solidFill>
                <a:effectLst/>
                <a:latin typeface="+mn-lt"/>
                <a:ea typeface="+mn-ea"/>
                <a:cs typeface="+mn-cs"/>
              </a:rPr>
              <a:t>—a </a:t>
            </a:r>
            <a:r>
              <a:rPr lang="en-US" sz="1200" b="1" kern="1200" dirty="0">
                <a:solidFill>
                  <a:schemeClr val="tx1"/>
                </a:solidFill>
                <a:effectLst/>
                <a:latin typeface="+mn-lt"/>
                <a:ea typeface="+mn-ea"/>
                <a:cs typeface="+mn-cs"/>
              </a:rPr>
              <a:t>complete platform</a:t>
            </a:r>
            <a:r>
              <a:rPr lang="en-US" sz="1200" kern="1200" dirty="0">
                <a:solidFill>
                  <a:schemeClr val="tx1"/>
                </a:solidFill>
                <a:effectLst/>
                <a:latin typeface="+mn-lt"/>
                <a:ea typeface="+mn-ea"/>
                <a:cs typeface="+mn-cs"/>
              </a:rPr>
              <a:t> with both a </a:t>
            </a:r>
            <a:r>
              <a:rPr lang="en-US" sz="1200" b="1" kern="1200" dirty="0">
                <a:solidFill>
                  <a:schemeClr val="tx1"/>
                </a:solidFill>
                <a:effectLst/>
                <a:latin typeface="+mn-lt"/>
                <a:ea typeface="+mn-ea"/>
                <a:cs typeface="+mn-cs"/>
              </a:rPr>
              <a:t>customer interface</a:t>
            </a:r>
            <a:r>
              <a:rPr lang="en-US" sz="1200" kern="1200" dirty="0">
                <a:solidFill>
                  <a:schemeClr val="tx1"/>
                </a:solidFill>
                <a:effectLst/>
                <a:latin typeface="+mn-lt"/>
                <a:ea typeface="+mn-ea"/>
                <a:cs typeface="+mn-cs"/>
              </a:rPr>
              <a:t> and an </a:t>
            </a:r>
            <a:r>
              <a:rPr lang="en-US" sz="1200" b="1" kern="1200" dirty="0">
                <a:solidFill>
                  <a:schemeClr val="tx1"/>
                </a:solidFill>
                <a:effectLst/>
                <a:latin typeface="+mn-lt"/>
                <a:ea typeface="+mn-ea"/>
                <a:cs typeface="+mn-cs"/>
              </a:rPr>
              <a:t>admin portal</a:t>
            </a:r>
            <a:r>
              <a:rPr lang="en-US" sz="1200" kern="1200" dirty="0">
                <a:solidFill>
                  <a:schemeClr val="tx1"/>
                </a:solidFill>
                <a:effectLst/>
                <a:latin typeface="+mn-lt"/>
                <a:ea typeface="+mn-ea"/>
                <a:cs typeface="+mn-cs"/>
              </a:rPr>
              <a:t> that work together </a:t>
            </a:r>
            <a:r>
              <a:rPr lang="en-US" sz="1200" b="1" kern="1200" dirty="0">
                <a:solidFill>
                  <a:schemeClr val="tx1"/>
                </a:solidFill>
                <a:effectLst/>
                <a:latin typeface="+mn-lt"/>
                <a:ea typeface="+mn-ea"/>
                <a:cs typeface="+mn-cs"/>
              </a:rPr>
              <a:t>seamlessly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 I’ll hand off to </a:t>
            </a:r>
            <a:r>
              <a:rPr lang="en-US" sz="1200" b="1" kern="1200" dirty="0">
                <a:solidFill>
                  <a:schemeClr val="tx1"/>
                </a:solidFill>
                <a:effectLst/>
                <a:latin typeface="+mn-lt"/>
                <a:ea typeface="+mn-ea"/>
                <a:cs typeface="+mn-cs"/>
              </a:rPr>
              <a:t>Rachel</a:t>
            </a:r>
            <a:r>
              <a:rPr lang="en-US" sz="1200" kern="1200" dirty="0">
                <a:solidFill>
                  <a:schemeClr val="tx1"/>
                </a:solidFill>
                <a:effectLst/>
                <a:latin typeface="+mn-lt"/>
                <a:ea typeface="+mn-ea"/>
                <a:cs typeface="+mn-cs"/>
              </a:rPr>
              <a:t>.</a:t>
            </a:r>
          </a:p>
          <a:p>
            <a:endParaRPr lang="en-US" b="1" dirty="0"/>
          </a:p>
          <a:p>
            <a:endParaRPr lang="en-US" b="1"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RACHEL: </a:t>
            </a:r>
            <a:r>
              <a:rPr lang="en-US" b="0" i="1" dirty="0"/>
              <a:t>one more..</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r>
              <a:rPr lang="en-US" b="0" dirty="0"/>
              <a:t>”Frontend had to start somewhere, in the backend! Let’s hear from Tristin about how it all worked behind the scenes of UI..” </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 Up Next: </a:t>
            </a:r>
            <a:r>
              <a:rPr lang="en-US" b="0" dirty="0"/>
              <a:t>Backend Development (Tristin!)</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endParaRPr lang="en-US" b="0" dirty="0"/>
          </a:p>
          <a:p>
            <a:endParaRPr lang="en-US" b="0" dirty="0"/>
          </a:p>
          <a:p>
            <a:r>
              <a:rPr lang="en-US" sz="1200" b="0" i="0" u="none" strike="noStrike" kern="1200" dirty="0">
                <a:solidFill>
                  <a:schemeClr val="tx1"/>
                </a:solidFill>
                <a:effectLst/>
                <a:latin typeface="+mn-lt"/>
                <a:ea typeface="+mn-ea"/>
                <a:cs typeface="+mn-cs"/>
              </a:rPr>
              <a:t>Thanks Rachel and good afternoon everybody. I'm Tristin and I am the software architect for Orderly. </a:t>
            </a:r>
          </a:p>
          <a:p>
            <a:r>
              <a:rPr lang="en-US" sz="1200" b="0" i="0" u="none" strike="noStrike" kern="1200" dirty="0">
                <a:solidFill>
                  <a:schemeClr val="tx1"/>
                </a:solidFill>
                <a:effectLst/>
                <a:latin typeface="+mn-lt"/>
                <a:ea typeface="+mn-ea"/>
                <a:cs typeface="+mn-cs"/>
              </a:rPr>
              <a:t>My responsibilities included articulating the software architecture to the team, designing APIs, and full stack development skewing towards the backend.</a:t>
            </a:r>
          </a:p>
          <a:p>
            <a:endParaRPr lang="en-US" sz="1200" b="0" i="0" u="none" strike="noStrike"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uses a RESTful, decoupled architecture with JSON token authentication. </a:t>
            </a:r>
          </a:p>
          <a:p>
            <a:r>
              <a:rPr lang="en-US" sz="1200" b="0" i="0" kern="1200" dirty="0">
                <a:solidFill>
                  <a:schemeClr val="tx1"/>
                </a:solidFill>
                <a:effectLst/>
                <a:latin typeface="+mn-lt"/>
                <a:ea typeface="+mn-ea"/>
                <a:cs typeface="+mn-cs"/>
              </a:rPr>
              <a:t>The front and back ends communicate entirely through API calls. </a:t>
            </a:r>
          </a:p>
          <a:p>
            <a:r>
              <a:rPr lang="en-US" sz="1200" b="0" i="0" kern="1200" dirty="0">
                <a:solidFill>
                  <a:schemeClr val="tx1"/>
                </a:solidFill>
                <a:effectLst/>
                <a:latin typeface="+mn-lt"/>
                <a:ea typeface="+mn-ea"/>
                <a:cs typeface="+mn-cs"/>
              </a:rPr>
              <a:t>This puts Orderly in a good position for future integration with other systems, namely point-of-sale systems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backend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API calls, runs business logic, accesses the database, and returns data in JSON format.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frontend accepts user input, makes API calls, </a:t>
            </a:r>
            <a:r>
              <a:rPr lang="en-US" sz="1200" b="0" i="0" kern="1200" dirty="0" err="1">
                <a:solidFill>
                  <a:schemeClr val="tx1"/>
                </a:solidFill>
                <a:effectLst/>
                <a:latin typeface="+mn-lt"/>
                <a:ea typeface="+mn-ea"/>
                <a:cs typeface="+mn-cs"/>
              </a:rPr>
              <a:t>recieves</a:t>
            </a:r>
            <a:r>
              <a:rPr lang="en-US" sz="1200" b="0" i="0" kern="1200" dirty="0">
                <a:solidFill>
                  <a:schemeClr val="tx1"/>
                </a:solidFill>
                <a:effectLst/>
                <a:latin typeface="+mn-lt"/>
                <a:ea typeface="+mn-ea"/>
                <a:cs typeface="+mn-cs"/>
              </a:rPr>
              <a:t> data, and constructs the UI to display that data.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Throughout development I designed about 50 APIs and implemented about one third of those in the backend. Those APIs drive all of Orderly's functionality from user registration to inventory management.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While most of the data model for Orderly was designed prior, I did make a second pass to ensure it could support user roles, product customization, and inventory tracking for products and product components.</a:t>
            </a:r>
          </a:p>
          <a:p>
            <a:endParaRPr lang="en-US" sz="1200" b="0" i="0" u="none" strike="noStrike" kern="1200" dirty="0">
              <a:solidFill>
                <a:schemeClr val="tx1"/>
              </a:solidFill>
              <a:effectLst/>
              <a:latin typeface="+mn-lt"/>
              <a:ea typeface="+mn-ea"/>
              <a:cs typeface="+mn-cs"/>
            </a:endParaRP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For deployment and </a:t>
            </a:r>
            <a:r>
              <a:rPr lang="en-US" sz="1200" b="0" i="0" kern="1200" dirty="0" err="1">
                <a:solidFill>
                  <a:schemeClr val="tx1"/>
                </a:solidFill>
                <a:effectLst/>
                <a:latin typeface="+mn-lt"/>
                <a:ea typeface="+mn-ea"/>
                <a:cs typeface="+mn-cs"/>
              </a:rPr>
              <a:t>distrubution</a:t>
            </a:r>
            <a:r>
              <a:rPr lang="en-US" sz="1200" b="0" i="0" kern="1200" dirty="0">
                <a:solidFill>
                  <a:schemeClr val="tx1"/>
                </a:solidFill>
                <a:effectLst/>
                <a:latin typeface="+mn-lt"/>
                <a:ea typeface="+mn-ea"/>
                <a:cs typeface="+mn-cs"/>
              </a:rPr>
              <a:t> we opted to use Docker for its ability to replicate our development environment.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our distribution model includes the source code and Docker files. Installation is as simple as downloading the code, running a few docker commands, and configuring environment variables.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Towards the end of development I deployed Orderly to AWS cloud infrastructure utilizing an EC2 Instance, a managed RDS, and two ECRs. </a:t>
            </a:r>
          </a:p>
          <a:p>
            <a:r>
              <a:rPr lang="en-US" sz="1200" b="0" i="0" kern="1200" dirty="0">
                <a:solidFill>
                  <a:schemeClr val="tx1"/>
                </a:solidFill>
                <a:effectLst/>
                <a:latin typeface="+mn-lt"/>
                <a:ea typeface="+mn-ea"/>
                <a:cs typeface="+mn-cs"/>
              </a:rPr>
              <a:t>This deployment was not as refined as we'd like and misses some features, such as product images.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Orderly is live at the URL on screen and you're welcome to visit and explore Orderly's customer functionality.</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With that, I'll pass it off to Kenny for quality assurance.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QA Practice (Kenny)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endParaRPr lang="en-US" dirty="0"/>
          </a:p>
          <a:p>
            <a:r>
              <a:rPr lang="en-US" dirty="0"/>
              <a:t>Thanks, Tristan — and thanks everyone.</a:t>
            </a:r>
          </a:p>
          <a:p>
            <a:endParaRPr lang="en-US" dirty="0"/>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endParaRPr lang="en-US" dirty="0"/>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endParaRPr lang="en-US" dirty="0"/>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endParaRPr lang="en-US" dirty="0"/>
          </a:p>
          <a:p>
            <a:r>
              <a:rPr lang="en-US" dirty="0"/>
              <a:t>In addition to automation, I led QA coordination by creating test plans, test cases, testing matrices, acceptance coverage reports, and supporting CI regression validation to help drive release readiness with no critical defects open.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p>
          <a:p>
            <a:r>
              <a:rPr lang="en-US" dirty="0"/>
              <a:t>For me, that captures how QA supported the project — not just identifying issues, but improving long-term reliability throughout development.</a:t>
            </a:r>
          </a:p>
          <a:p>
            <a:endParaRPr lang="en-US" dirty="0"/>
          </a:p>
          <a:p>
            <a:r>
              <a:rPr lang="en-US" dirty="0"/>
              <a:t>And with that, I’ll hand it over to Caleb, who will walk through </a:t>
            </a:r>
            <a:r>
              <a:rPr lang="en-US" b="1" dirty="0"/>
              <a:t>User Feedback</a:t>
            </a:r>
            <a:r>
              <a:rPr lang="en-US" dirty="0"/>
              <a:t>. Thank you.</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Caleb</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two slides total! One more after this 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NOTE: Transition to your next slide please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last slide!</a:t>
            </a:r>
          </a:p>
          <a:p>
            <a:endParaRPr lang="en-US" b="1" dirty="0"/>
          </a:p>
          <a:p>
            <a:r>
              <a:rPr lang="en-US" b="1" dirty="0"/>
              <a:t>“””</a:t>
            </a:r>
          </a:p>
          <a:p>
            <a:endParaRPr lang="en-US" b="1" dirty="0"/>
          </a:p>
          <a:p>
            <a:endParaRPr lang="en-US" b="1" dirty="0"/>
          </a:p>
          <a:p>
            <a:r>
              <a:rPr lang="en-US" b="1" dirty="0"/>
              <a:t>“””</a:t>
            </a:r>
          </a:p>
          <a:p>
            <a:endParaRPr lang="en-US" b="1" dirty="0"/>
          </a:p>
          <a:p>
            <a:r>
              <a:rPr lang="en-US" b="0" dirty="0"/>
              <a:t>”Now back to our PM as she guides us through our final messages ”… </a:t>
            </a:r>
            <a:endParaRPr lang="en-US" b="1" dirty="0"/>
          </a:p>
          <a:p>
            <a:endParaRPr lang="en-US" b="1" dirty="0"/>
          </a:p>
          <a:p>
            <a:r>
              <a:rPr lang="en-US" dirty="0"/>
              <a:t>🎬</a:t>
            </a:r>
            <a:r>
              <a:rPr lang="en-US" b="1" dirty="0"/>
              <a:t>⏭️ Up Next: </a:t>
            </a:r>
            <a:r>
              <a:rPr lang="en-US" b="0" dirty="0"/>
              <a:t>Wrap UP (Serina)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SERINA: </a:t>
            </a:r>
            <a:r>
              <a:rPr lang="en-US" b="0" i="1" dirty="0"/>
              <a:t>This slide, then demo, then questions!</a:t>
            </a:r>
          </a:p>
          <a:p>
            <a:endParaRPr lang="en-US" b="1" dirty="0"/>
          </a:p>
          <a:p>
            <a:r>
              <a:rPr lang="en-US" b="1" dirty="0"/>
              <a:t>Thank you </a:t>
            </a:r>
            <a:r>
              <a:rPr lang="en-US" b="0" dirty="0"/>
              <a:t>so much Caleb, and to my </a:t>
            </a:r>
            <a:r>
              <a:rPr lang="en-US" b="1" dirty="0"/>
              <a:t>entire Orderly team</a:t>
            </a:r>
            <a:r>
              <a:rPr lang="en-US" b="0" dirty="0"/>
              <a:t> for bringing us to this </a:t>
            </a:r>
            <a:r>
              <a:rPr lang="en-US" b="0" i="1" dirty="0"/>
              <a:t>closing moment</a:t>
            </a:r>
            <a:r>
              <a:rPr lang="en-US" b="0" dirty="0"/>
              <a:t>.</a:t>
            </a:r>
          </a:p>
          <a:p>
            <a:endParaRPr lang="en-US" b="0" dirty="0"/>
          </a:p>
          <a:p>
            <a:r>
              <a:rPr lang="en-US" dirty="0"/>
              <a:t>Now, before we present a live demo of our software </a:t>
            </a:r>
            <a:r>
              <a:rPr lang="en-US" i="1" dirty="0"/>
              <a:t>and then.. </a:t>
            </a:r>
            <a:r>
              <a:rPr lang="en-US" dirty="0"/>
              <a:t>open the floor for questions… </a:t>
            </a:r>
          </a:p>
          <a:p>
            <a:r>
              <a:rPr lang="en-US" dirty="0"/>
              <a:t>I want to close out with </a:t>
            </a:r>
            <a:r>
              <a:rPr lang="en-US" b="1" dirty="0"/>
              <a:t>what this experience </a:t>
            </a:r>
            <a:r>
              <a:rPr lang="en-US" i="1" dirty="0"/>
              <a:t>actually</a:t>
            </a:r>
            <a:r>
              <a:rPr lang="en-US" dirty="0"/>
              <a:t> taught us.</a:t>
            </a:r>
          </a:p>
          <a:p>
            <a:endParaRPr lang="en-US" dirty="0"/>
          </a:p>
          <a:p>
            <a:r>
              <a:rPr lang="en-US" dirty="0"/>
              <a:t>To start our list..</a:t>
            </a:r>
          </a:p>
          <a:p>
            <a:r>
              <a:rPr lang="en-US" b="1" dirty="0"/>
              <a:t>Dependency-first planning </a:t>
            </a:r>
            <a:r>
              <a:rPr lang="en-US" i="1" dirty="0"/>
              <a:t>changed</a:t>
            </a:r>
            <a:r>
              <a:rPr lang="en-US" dirty="0"/>
              <a:t> how we worked. </a:t>
            </a:r>
          </a:p>
          <a:p>
            <a:r>
              <a:rPr lang="en-US" dirty="0"/>
              <a:t>..early in the project, we learned </a:t>
            </a:r>
            <a:r>
              <a:rPr lang="en-US" b="1" dirty="0"/>
              <a:t>the hard way </a:t>
            </a:r>
            <a:r>
              <a:rPr lang="en-US" dirty="0"/>
              <a:t>that when one piece arrives late</a:t>
            </a:r>
            <a:r>
              <a:rPr lang="en-US" i="1" dirty="0"/>
              <a:t>… everything downstream </a:t>
            </a:r>
            <a:r>
              <a:rPr lang="en-US" b="1" dirty="0"/>
              <a:t>stalls</a:t>
            </a:r>
            <a:r>
              <a:rPr lang="en-US" dirty="0"/>
              <a:t>. </a:t>
            </a:r>
          </a:p>
          <a:p>
            <a:endParaRPr lang="en-US" b="1" dirty="0"/>
          </a:p>
          <a:p>
            <a:r>
              <a:rPr lang="en-US" b="1" dirty="0"/>
              <a:t>.. Wave-based delivery </a:t>
            </a:r>
            <a:r>
              <a:rPr lang="en-US" dirty="0"/>
              <a:t>fixed exactly that — and it's something I’ll remember in every project I manage moving forward</a:t>
            </a:r>
            <a:r>
              <a:rPr lang="en-US" b="1" dirty="0"/>
              <a:t>, </a:t>
            </a:r>
          </a:p>
          <a:p>
            <a:r>
              <a:rPr lang="en-US" b="1" dirty="0"/>
              <a:t>or at the very least…</a:t>
            </a:r>
            <a:r>
              <a:rPr lang="en-US" dirty="0"/>
              <a:t> having a contingency plan and map for dependencies.</a:t>
            </a:r>
            <a:br>
              <a:rPr lang="en-US" dirty="0"/>
            </a:br>
            <a:endParaRPr lang="en-US" dirty="0"/>
          </a:p>
          <a:p>
            <a:r>
              <a:rPr lang="en-US" dirty="0"/>
              <a:t>..Another moment showed us that..</a:t>
            </a:r>
          </a:p>
          <a:p>
            <a:r>
              <a:rPr lang="en-US" b="1" dirty="0"/>
              <a:t>Vocabulary matters a lot more than we expected</a:t>
            </a:r>
            <a:r>
              <a:rPr lang="en-US" dirty="0"/>
              <a:t>. Understanding the language of APIs, endpoints, and contracts much earlier would have saved us </a:t>
            </a:r>
            <a:r>
              <a:rPr lang="en-US" i="1" dirty="0"/>
              <a:t>real time</a:t>
            </a:r>
            <a:r>
              <a:rPr lang="en-US" dirty="0"/>
              <a:t> </a:t>
            </a:r>
            <a:r>
              <a:rPr lang="en-US" b="1" dirty="0"/>
              <a:t>across</a:t>
            </a:r>
            <a:r>
              <a:rPr lang="en-US" dirty="0"/>
              <a:t> the team. </a:t>
            </a:r>
          </a:p>
          <a:p>
            <a:r>
              <a:rPr lang="en-US" dirty="0"/>
              <a:t>It is understood that communication only works when everyone is speaking the </a:t>
            </a:r>
            <a:r>
              <a:rPr lang="en-US" b="1" dirty="0"/>
              <a:t>same</a:t>
            </a:r>
            <a:r>
              <a:rPr lang="en-US" dirty="0"/>
              <a:t> language.</a:t>
            </a:r>
          </a:p>
          <a:p>
            <a:endParaRPr lang="en-US" dirty="0"/>
          </a:p>
          <a:p>
            <a:r>
              <a:rPr lang="en-US" i="1" dirty="0"/>
              <a:t>Next, a lesson I found crucial: </a:t>
            </a:r>
          </a:p>
          <a:p>
            <a:r>
              <a:rPr lang="en-US" i="1" dirty="0"/>
              <a:t>Collaborative development </a:t>
            </a:r>
            <a:r>
              <a:rPr lang="en-US" b="1" i="1" dirty="0"/>
              <a:t>is</a:t>
            </a:r>
            <a:r>
              <a:rPr lang="en-US" i="1" dirty="0"/>
              <a:t> </a:t>
            </a:r>
            <a:r>
              <a:rPr lang="en-US" b="1" i="1" dirty="0"/>
              <a:t>a skill </a:t>
            </a:r>
            <a:r>
              <a:rPr lang="en-US" dirty="0"/>
              <a:t>— and it's one that we built </a:t>
            </a:r>
            <a:r>
              <a:rPr lang="en-US" b="1" dirty="0"/>
              <a:t>sprint over sprint</a:t>
            </a:r>
            <a:r>
              <a:rPr lang="en-US" dirty="0"/>
              <a:t>. </a:t>
            </a:r>
          </a:p>
          <a:p>
            <a:r>
              <a:rPr lang="en-US" dirty="0"/>
              <a:t>This </a:t>
            </a:r>
            <a:r>
              <a:rPr lang="en-US" b="1" dirty="0"/>
              <a:t>surfaced</a:t>
            </a:r>
            <a:r>
              <a:rPr lang="en-US" dirty="0"/>
              <a:t> in better </a:t>
            </a:r>
            <a:r>
              <a:rPr lang="en-US" b="1" dirty="0"/>
              <a:t>PR habits</a:t>
            </a:r>
            <a:r>
              <a:rPr lang="en-US" dirty="0"/>
              <a:t>, better </a:t>
            </a:r>
            <a:r>
              <a:rPr lang="en-US" b="1" dirty="0"/>
              <a:t>communication</a:t>
            </a:r>
            <a:r>
              <a:rPr lang="en-US" dirty="0"/>
              <a:t>, and.. better </a:t>
            </a:r>
            <a:r>
              <a:rPr lang="en-US" b="1" dirty="0"/>
              <a:t>problem-solving </a:t>
            </a:r>
            <a:r>
              <a:rPr lang="en-US" dirty="0"/>
              <a:t>and it didn't happen overnight…. but </a:t>
            </a:r>
            <a:r>
              <a:rPr lang="en-US" b="1" i="1" dirty="0"/>
              <a:t>it</a:t>
            </a:r>
            <a:r>
              <a:rPr lang="en-US" dirty="0"/>
              <a:t> </a:t>
            </a:r>
            <a:r>
              <a:rPr lang="en-US" b="1" i="1" dirty="0"/>
              <a:t>happened</a:t>
            </a:r>
            <a:r>
              <a:rPr lang="en-US" dirty="0"/>
              <a:t>.</a:t>
            </a:r>
          </a:p>
          <a:p>
            <a:endParaRPr lang="en-US" dirty="0"/>
          </a:p>
          <a:p>
            <a:r>
              <a:rPr lang="en-US" dirty="0"/>
              <a:t>And lastly…</a:t>
            </a:r>
          </a:p>
          <a:p>
            <a:r>
              <a:rPr lang="en-US" dirty="0"/>
              <a:t>Agile works when the team </a:t>
            </a:r>
            <a:r>
              <a:rPr lang="en-US" b="1" dirty="0"/>
              <a:t>owns</a:t>
            </a:r>
            <a:r>
              <a:rPr lang="en-US" dirty="0"/>
              <a:t> it. </a:t>
            </a:r>
          </a:p>
          <a:p>
            <a:r>
              <a:rPr lang="en-US" dirty="0"/>
              <a:t>We didn't just note our retrospective actions. We </a:t>
            </a:r>
            <a:r>
              <a:rPr lang="en-US" b="1" dirty="0"/>
              <a:t>acted on </a:t>
            </a:r>
            <a:r>
              <a:rPr lang="en-US" dirty="0"/>
              <a:t>them. </a:t>
            </a:r>
            <a:r>
              <a:rPr lang="en-US" b="1" dirty="0"/>
              <a:t>Every</a:t>
            </a:r>
            <a:r>
              <a:rPr lang="en-US" dirty="0"/>
              <a:t> </a:t>
            </a:r>
            <a:r>
              <a:rPr lang="en-US" b="0" dirty="0"/>
              <a:t>sprint</a:t>
            </a:r>
            <a:r>
              <a:rPr lang="en-US" dirty="0"/>
              <a:t> closed </a:t>
            </a:r>
            <a:r>
              <a:rPr lang="en-US" i="1" dirty="0"/>
              <a:t>better than</a:t>
            </a:r>
            <a:r>
              <a:rPr lang="en-US" dirty="0"/>
              <a:t> the one before it.</a:t>
            </a:r>
          </a:p>
          <a:p>
            <a:endParaRPr lang="en-US" dirty="0"/>
          </a:p>
          <a:p>
            <a:r>
              <a:rPr lang="en-US" dirty="0"/>
              <a:t>Together, we built something </a:t>
            </a:r>
            <a:r>
              <a:rPr lang="en-US" b="1" dirty="0"/>
              <a:t>real</a:t>
            </a:r>
            <a:r>
              <a:rPr lang="en-US" dirty="0"/>
              <a:t>. A platform that </a:t>
            </a:r>
            <a:r>
              <a:rPr lang="en-US" b="1" dirty="0"/>
              <a:t>looks</a:t>
            </a:r>
            <a:r>
              <a:rPr lang="en-US" dirty="0"/>
              <a:t>, </a:t>
            </a:r>
            <a:r>
              <a:rPr lang="en-US" b="1" dirty="0"/>
              <a:t>works</a:t>
            </a:r>
            <a:r>
              <a:rPr lang="en-US" dirty="0"/>
              <a:t>, </a:t>
            </a:r>
            <a:r>
              <a:rPr lang="en-US" i="1" dirty="0"/>
              <a:t>and</a:t>
            </a:r>
            <a:r>
              <a:rPr lang="en-US" dirty="0"/>
              <a:t> </a:t>
            </a:r>
            <a:r>
              <a:rPr lang="en-US" b="1" dirty="0"/>
              <a:t>ships</a:t>
            </a:r>
            <a:r>
              <a:rPr lang="en-US" dirty="0"/>
              <a:t> like professional software. </a:t>
            </a:r>
          </a:p>
          <a:p>
            <a:r>
              <a:rPr lang="en-US" dirty="0"/>
              <a:t>And we built it together — as </a:t>
            </a:r>
            <a:r>
              <a:rPr lang="en-US" b="1" dirty="0"/>
              <a:t>academic</a:t>
            </a:r>
            <a:r>
              <a:rPr lang="en-US" dirty="0"/>
              <a:t> </a:t>
            </a:r>
            <a:r>
              <a:rPr lang="en-US" i="1" dirty="0"/>
              <a:t>software developers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built and delivered by your team of dedicated Project Capstone students.</a:t>
            </a:r>
          </a:p>
          <a:p>
            <a:endParaRPr lang="en-US" dirty="0"/>
          </a:p>
          <a:p>
            <a:endParaRPr lang="en-US" dirty="0"/>
          </a:p>
          <a:p>
            <a:r>
              <a:rPr lang="en-US" dirty="0"/>
              <a:t>Thank you. </a:t>
            </a:r>
          </a:p>
          <a:p>
            <a:r>
              <a:rPr lang="en-US" dirty="0"/>
              <a:t>Before we open the floor for questions, We'll now bring everything together with a demo, brought to you by our frontend lead, Rachel Mizer—</a:t>
            </a:r>
            <a:endParaRPr lang="en-US" b="1" dirty="0"/>
          </a:p>
          <a:p>
            <a:r>
              <a:rPr lang="en-US" b="0" i="1" dirty="0"/>
              <a:t>… Please let it be known that at this point, after our demo, we should have about ~_____ minutes for questions.</a:t>
            </a:r>
          </a:p>
          <a:p>
            <a:endParaRPr lang="en-US" b="0" i="1" dirty="0"/>
          </a:p>
          <a:p>
            <a:r>
              <a:rPr lang="en-US" b="0" i="1" dirty="0"/>
              <a:t>Rachel, when you’re ready…</a:t>
            </a:r>
          </a:p>
          <a:p>
            <a:endParaRPr lang="en-US" b="0" i="1" dirty="0"/>
          </a:p>
          <a:p>
            <a:endParaRPr lang="en-US" b="1" dirty="0"/>
          </a:p>
          <a:p>
            <a:r>
              <a:rPr lang="en-US" dirty="0"/>
              <a:t>🎬</a:t>
            </a:r>
            <a:r>
              <a:rPr lang="en-US" b="1" dirty="0"/>
              <a:t>⏭️ Up Next: </a:t>
            </a:r>
            <a:r>
              <a:rPr lang="en-US" b="0" dirty="0"/>
              <a:t>Rachel with our demo! </a:t>
            </a:r>
          </a:p>
          <a:p>
            <a:endParaRPr lang="en-US" b="0" i="1" dirty="0"/>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a:p>
            <a:endParaRPr lang="en-US" dirty="0"/>
          </a:p>
          <a:p>
            <a:endParaRPr lang="en-US" dirty="0"/>
          </a:p>
          <a:p>
            <a:r>
              <a:rPr lang="en-US" b="1" dirty="0"/>
              <a:t>🟢 SERINA: [Take control — advance to Questions slide]</a:t>
            </a:r>
          </a:p>
          <a:p>
            <a:endParaRPr lang="en-US" dirty="0"/>
          </a:p>
          <a:p>
            <a:r>
              <a:rPr lang="en-US" dirty="0"/>
              <a:t>Thank you, Rachel — for not only putting that together, but for running it live in front of everyone today.</a:t>
            </a:r>
          </a:p>
          <a:p>
            <a:endParaRPr lang="en-US" dirty="0"/>
          </a:p>
          <a:p>
            <a:r>
              <a:rPr lang="en-US" dirty="0"/>
              <a:t>That demo represents what this whole project has been about. Real software, built by a real team, working exactly as intended.</a:t>
            </a:r>
          </a:p>
          <a:p>
            <a:r>
              <a:rPr lang="en-US" dirty="0"/>
              <a:t>And </a:t>
            </a:r>
            <a:r>
              <a:rPr lang="en-US" b="1" dirty="0"/>
              <a:t>with that</a:t>
            </a:r>
            <a:r>
              <a:rPr lang="en-US" dirty="0"/>
              <a:t>, Team 7 is </a:t>
            </a:r>
            <a:r>
              <a:rPr lang="en-US" b="1" dirty="0"/>
              <a:t>ready</a:t>
            </a:r>
            <a:r>
              <a:rPr lang="en-US" dirty="0"/>
              <a:t> for your questions.</a:t>
            </a:r>
          </a:p>
          <a:p>
            <a:endParaRPr lang="en-US" dirty="0"/>
          </a:p>
          <a:p>
            <a:r>
              <a:rPr lang="en-US" dirty="0"/>
              <a:t>I'll be directing questions to whoever is best positioned to answer — so don't hesitate to ask about any part of what you've seen today, whether that's the product, our process, or how we got here.</a:t>
            </a:r>
          </a:p>
          <a:p>
            <a:endParaRPr lang="en-US" dirty="0"/>
          </a:p>
          <a:p>
            <a:r>
              <a:rPr lang="en-US" dirty="0"/>
              <a:t>We have approximately </a:t>
            </a:r>
            <a:r>
              <a:rPr lang="en-US" b="1" dirty="0"/>
              <a:t>_____</a:t>
            </a:r>
            <a:r>
              <a:rPr lang="en-US" dirty="0"/>
              <a:t> minutes. The floor is </a:t>
            </a:r>
            <a:r>
              <a:rPr lang="en-US"/>
              <a:t>yours Professor.</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14:presetBounceEnd="50000">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14:bounceEnd="50000">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14:bounceEnd="50000">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14:presetBounceEnd="50000">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14:bounceEnd="50000">
                                          <p:cBhvr additive="base">
                                            <p:cTn id="34" dur="500" fill="hold"/>
                                            <p:tgtEl>
                                              <p:spTgt spid="14"/>
                                            </p:tgtEl>
                                            <p:attrNameLst>
                                              <p:attrName>ppt_x</p:attrName>
                                            </p:attrNameLst>
                                          </p:cBhvr>
                                          <p:tavLst>
                                            <p:tav tm="0">
                                              <p:val>
                                                <p:strVal val="1+#ppt_w/2"/>
                                              </p:val>
                                            </p:tav>
                                            <p:tav tm="100000">
                                              <p:val>
                                                <p:strVal val="#ppt_x"/>
                                              </p:val>
                                            </p:tav>
                                          </p:tavLst>
                                        </p:anim>
                                        <p:anim calcmode="lin" valueType="num" p14:bounceEnd="50000">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14:presetBounceEnd="50000">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14:bounceEnd="50000">
                                          <p:cBhvr additive="base">
                                            <p:cTn id="39" dur="500" fill="hold"/>
                                            <p:tgtEl>
                                              <p:spTgt spid="17"/>
                                            </p:tgtEl>
                                            <p:attrNameLst>
                                              <p:attrName>ppt_x</p:attrName>
                                            </p:attrNameLst>
                                          </p:cBhvr>
                                          <p:tavLst>
                                            <p:tav tm="0">
                                              <p:val>
                                                <p:strVal val="1+#ppt_w/2"/>
                                              </p:val>
                                            </p:tav>
                                            <p:tav tm="100000">
                                              <p:val>
                                                <p:strVal val="#ppt_x"/>
                                              </p:val>
                                            </p:tav>
                                          </p:tavLst>
                                        </p:anim>
                                        <p:anim calcmode="lin" valueType="num" p14:bounceEnd="50000">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400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5150"/>
                                </p:stCondLst>
                                <p:childTnLst>
                                  <p:par>
                                    <p:cTn id="13" presetID="37" presetClass="entr" presetSubtype="0" fill="hold" grpId="0" nodeType="afterEffect">
                                      <p:stCondLst>
                                        <p:cond delay="1000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1000"/>
                                            <p:tgtEl>
                                              <p:spTgt spid="8"/>
                                            </p:tgtEl>
                                          </p:cBhvr>
                                        </p:animEffect>
                                        <p:anim calcmode="lin" valueType="num">
                                          <p:cBhvr>
                                            <p:cTn id="16" dur="1000" fill="hold"/>
                                            <p:tgtEl>
                                              <p:spTgt spid="8"/>
                                            </p:tgtEl>
                                            <p:attrNameLst>
                                              <p:attrName>ppt_x</p:attrName>
                                            </p:attrNameLst>
                                          </p:cBhvr>
                                          <p:tavLst>
                                            <p:tav tm="0">
                                              <p:val>
                                                <p:strVal val="#ppt_x"/>
                                              </p:val>
                                            </p:tav>
                                            <p:tav tm="100000">
                                              <p:val>
                                                <p:strVal val="#ppt_x"/>
                                              </p:val>
                                            </p:tav>
                                          </p:tavLst>
                                        </p:anim>
                                        <p:anim calcmode="lin" valueType="num">
                                          <p:cBhvr>
                                            <p:cTn id="17" dur="900" decel="100000" fill="hold"/>
                                            <p:tgtEl>
                                              <p:spTgt spid="8"/>
                                            </p:tgtEl>
                                            <p:attrNameLst>
                                              <p:attrName>ppt_y</p:attrName>
                                            </p:attrNameLst>
                                          </p:cBhvr>
                                          <p:tavLst>
                                            <p:tav tm="0">
                                              <p:val>
                                                <p:strVal val="#ppt_y+1"/>
                                              </p:val>
                                            </p:tav>
                                            <p:tav tm="100000">
                                              <p:val>
                                                <p:strVal val="#ppt_y-.03"/>
                                              </p:val>
                                            </p:tav>
                                          </p:tavLst>
                                        </p:anim>
                                        <p:anim calcmode="lin" valueType="num">
                                          <p:cBhvr>
                                            <p:cTn id="18" dur="100" accel="100000" fill="hold">
                                              <p:stCondLst>
                                                <p:cond delay="900"/>
                                              </p:stCondLst>
                                            </p:cTn>
                                            <p:tgtEl>
                                              <p:spTgt spid="8"/>
                                            </p:tgtEl>
                                            <p:attrNameLst>
                                              <p:attrName>ppt_y</p:attrName>
                                            </p:attrNameLst>
                                          </p:cBhvr>
                                          <p:tavLst>
                                            <p:tav tm="0">
                                              <p:val>
                                                <p:strVal val="#ppt_y-.03"/>
                                              </p:val>
                                            </p:tav>
                                            <p:tav tm="100000">
                                              <p:val>
                                                <p:strVal val="#ppt_y"/>
                                              </p:val>
                                            </p:tav>
                                          </p:tavLst>
                                        </p:anim>
                                      </p:childTnLst>
                                    </p:cTn>
                                  </p:par>
                                </p:childTnLst>
                              </p:cTn>
                            </p:par>
                            <p:par>
                              <p:cTn id="19" fill="hold">
                                <p:stCondLst>
                                  <p:cond delay="16150"/>
                                </p:stCondLst>
                                <p:childTnLst>
                                  <p:par>
                                    <p:cTn id="20" presetID="37" presetClass="entr" presetSubtype="0" fill="hold" grpId="0" nodeType="afterEffect">
                                      <p:stCondLst>
                                        <p:cond delay="100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900" decel="100000" fill="hold"/>
                                            <p:tgtEl>
                                              <p:spTgt spid="9"/>
                                            </p:tgtEl>
                                            <p:attrNameLst>
                                              <p:attrName>ppt_y</p:attrName>
                                            </p:attrNameLst>
                                          </p:cBhvr>
                                          <p:tavLst>
                                            <p:tav tm="0">
                                              <p:val>
                                                <p:strVal val="#ppt_y+1"/>
                                              </p:val>
                                            </p:tav>
                                            <p:tav tm="100000">
                                              <p:val>
                                                <p:strVal val="#ppt_y-.03"/>
                                              </p:val>
                                            </p:tav>
                                          </p:tavLst>
                                        </p:anim>
                                        <p:anim calcmode="lin" valueType="num">
                                          <p:cBhvr>
                                            <p:cTn id="25" dur="100" accel="100000" fill="hold">
                                              <p:stCondLst>
                                                <p:cond delay="900"/>
                                              </p:stCondLst>
                                            </p:cTn>
                                            <p:tgtEl>
                                              <p:spTgt spid="9"/>
                                            </p:tgtEl>
                                            <p:attrNameLst>
                                              <p:attrName>ppt_y</p:attrName>
                                            </p:attrNameLst>
                                          </p:cBhvr>
                                          <p:tavLst>
                                            <p:tav tm="0">
                                              <p:val>
                                                <p:strVal val="#ppt_y-.03"/>
                                              </p:val>
                                            </p:tav>
                                            <p:tav tm="100000">
                                              <p:val>
                                                <p:strVal val="#ppt_y"/>
                                              </p:val>
                                            </p:tav>
                                          </p:tavLst>
                                        </p:anim>
                                      </p:childTnLst>
                                    </p:cTn>
                                  </p:par>
                                </p:childTnLst>
                              </p:cTn>
                            </p:par>
                            <p:par>
                              <p:cTn id="26" fill="hold">
                                <p:stCondLst>
                                  <p:cond delay="18150"/>
                                </p:stCondLst>
                                <p:childTnLst>
                                  <p:par>
                                    <p:cTn id="27" presetID="2" presetClass="entr" presetSubtype="2" fill="hold" nodeType="afterEffect">
                                      <p:stCondLst>
                                        <p:cond delay="35000"/>
                                      </p:stCondLst>
                                      <p:childTnLst>
                                        <p:set>
                                          <p:cBhvr>
                                            <p:cTn id="28" dur="1" fill="hold">
                                              <p:stCondLst>
                                                <p:cond delay="0"/>
                                              </p:stCondLst>
                                            </p:cTn>
                                            <p:tgtEl>
                                              <p:spTgt spid="11">
                                                <p:txEl>
                                                  <p:pRg st="0" end="0"/>
                                                </p:txEl>
                                              </p:spTgt>
                                            </p:tgtEl>
                                            <p:attrNameLst>
                                              <p:attrName>style.visibility</p:attrName>
                                            </p:attrNameLst>
                                          </p:cBhvr>
                                          <p:to>
                                            <p:strVal val="visible"/>
                                          </p:to>
                                        </p:set>
                                        <p:anim calcmode="lin" valueType="num">
                                          <p:cBhvr additive="base">
                                            <p:cTn id="29" dur="500" fill="hold"/>
                                            <p:tgtEl>
                                              <p:spTgt spid="11">
                                                <p:txEl>
                                                  <p:pRg st="0" end="0"/>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11">
                                                <p:txEl>
                                                  <p:pRg st="0" end="0"/>
                                                </p:txEl>
                                              </p:spTgt>
                                            </p:tgtEl>
                                            <p:attrNameLst>
                                              <p:attrName>ppt_y</p:attrName>
                                            </p:attrNameLst>
                                          </p:cBhvr>
                                          <p:tavLst>
                                            <p:tav tm="0">
                                              <p:val>
                                                <p:strVal val="#ppt_y"/>
                                              </p:val>
                                            </p:tav>
                                            <p:tav tm="100000">
                                              <p:val>
                                                <p:strVal val="#ppt_y"/>
                                              </p:val>
                                            </p:tav>
                                          </p:tavLst>
                                        </p:anim>
                                      </p:childTnLst>
                                    </p:cTn>
                                  </p:par>
                                </p:childTnLst>
                              </p:cTn>
                            </p:par>
                            <p:par>
                              <p:cTn id="31" fill="hold">
                                <p:stCondLst>
                                  <p:cond delay="53650"/>
                                </p:stCondLst>
                                <p:childTnLst>
                                  <p:par>
                                    <p:cTn id="32" presetID="2" presetClass="entr" presetSubtype="2" fill="hold" grpId="0" nodeType="afterEffect">
                                      <p:stCondLst>
                                        <p:cond delay="1000"/>
                                      </p:stCondLst>
                                      <p:childTnLst>
                                        <p:set>
                                          <p:cBhvr>
                                            <p:cTn id="33" dur="1" fill="hold">
                                              <p:stCondLst>
                                                <p:cond delay="0"/>
                                              </p:stCondLst>
                                            </p:cTn>
                                            <p:tgtEl>
                                              <p:spTgt spid="14"/>
                                            </p:tgtEl>
                                            <p:attrNameLst>
                                              <p:attrName>style.visibility</p:attrName>
                                            </p:attrNameLst>
                                          </p:cBhvr>
                                          <p:to>
                                            <p:strVal val="visible"/>
                                          </p:to>
                                        </p:set>
                                        <p:anim calcmode="lin" valueType="num">
                                          <p:cBhvr additive="base">
                                            <p:cTn id="34" dur="500" fill="hold"/>
                                            <p:tgtEl>
                                              <p:spTgt spid="14"/>
                                            </p:tgtEl>
                                            <p:attrNameLst>
                                              <p:attrName>ppt_x</p:attrName>
                                            </p:attrNameLst>
                                          </p:cBhvr>
                                          <p:tavLst>
                                            <p:tav tm="0">
                                              <p:val>
                                                <p:strVal val="1+#ppt_w/2"/>
                                              </p:val>
                                            </p:tav>
                                            <p:tav tm="100000">
                                              <p:val>
                                                <p:strVal val="#ppt_x"/>
                                              </p:val>
                                            </p:tav>
                                          </p:tavLst>
                                        </p:anim>
                                        <p:anim calcmode="lin" valueType="num">
                                          <p:cBhvr additive="base">
                                            <p:cTn id="35" dur="500" fill="hold"/>
                                            <p:tgtEl>
                                              <p:spTgt spid="14"/>
                                            </p:tgtEl>
                                            <p:attrNameLst>
                                              <p:attrName>ppt_y</p:attrName>
                                            </p:attrNameLst>
                                          </p:cBhvr>
                                          <p:tavLst>
                                            <p:tav tm="0">
                                              <p:val>
                                                <p:strVal val="#ppt_y"/>
                                              </p:val>
                                            </p:tav>
                                            <p:tav tm="100000">
                                              <p:val>
                                                <p:strVal val="#ppt_y"/>
                                              </p:val>
                                            </p:tav>
                                          </p:tavLst>
                                        </p:anim>
                                      </p:childTnLst>
                                    </p:cTn>
                                  </p:par>
                                </p:childTnLst>
                              </p:cTn>
                            </p:par>
                            <p:par>
                              <p:cTn id="36" fill="hold">
                                <p:stCondLst>
                                  <p:cond delay="55150"/>
                                </p:stCondLst>
                                <p:childTnLst>
                                  <p:par>
                                    <p:cTn id="37" presetID="2" presetClass="entr" presetSubtype="2" fill="hold" grpId="0" nodeType="afterEffect">
                                      <p:stCondLst>
                                        <p:cond delay="100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1+#ppt_w/2"/>
                                              </p:val>
                                            </p:tav>
                                            <p:tav tm="100000">
                                              <p:val>
                                                <p:strVal val="#ppt_x"/>
                                              </p:val>
                                            </p:tav>
                                          </p:tavLst>
                                        </p:anim>
                                        <p:anim calcmode="lin" valueType="num">
                                          <p:cBhvr additive="base">
                                            <p:cTn id="40" dur="500" fill="hold"/>
                                            <p:tgtEl>
                                              <p:spTgt spid="1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P spid="14" grpId="0" animBg="1"/>
          <p:bldP spid="17" grpId="0" animBg="1"/>
        </p:bld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8000"/>
                                  </p:stCondLst>
                                  <p:childTnLst>
                                    <p:set>
                                      <p:cBhvr>
                                        <p:cTn id="6" dur="1" fill="hold">
                                          <p:stCondLst>
                                            <p:cond delay="0"/>
                                          </p:stCondLst>
                                        </p:cTn>
                                        <p:tgtEl>
                                          <p:spTgt spid="49"/>
                                        </p:tgtEl>
                                        <p:attrNameLst>
                                          <p:attrName>style.visibility</p:attrName>
                                        </p:attrNameLst>
                                      </p:cBhvr>
                                      <p:to>
                                        <p:strVal val="visible"/>
                                      </p:to>
                                    </p:set>
                                  </p:childTnLst>
                                </p:cTn>
                              </p:par>
                            </p:childTnLst>
                          </p:cTn>
                        </p:par>
                        <p:par>
                          <p:cTn id="7" fill="hold">
                            <p:stCondLst>
                              <p:cond delay="18000"/>
                            </p:stCondLst>
                            <p:childTnLst>
                              <p:par>
                                <p:cTn id="8" presetID="1" presetClass="entr" presetSubtype="0" fill="hold" grpId="0" nodeType="afterEffect">
                                  <p:stCondLst>
                                    <p:cond delay="2000"/>
                                  </p:stCondLst>
                                  <p:childTnLst>
                                    <p:set>
                                      <p:cBhvr>
                                        <p:cTn id="9" dur="1" fill="hold">
                                          <p:stCondLst>
                                            <p:cond delay="0"/>
                                          </p:stCondLst>
                                        </p:cTn>
                                        <p:tgtEl>
                                          <p:spTgt spid="52"/>
                                        </p:tgtEl>
                                        <p:attrNameLst>
                                          <p:attrName>style.visibility</p:attrName>
                                        </p:attrNameLst>
                                      </p:cBhvr>
                                      <p:to>
                                        <p:strVal val="visible"/>
                                      </p:to>
                                    </p:set>
                                  </p:childTnLst>
                                </p:cTn>
                              </p:par>
                            </p:childTnLst>
                          </p:cTn>
                        </p:par>
                        <p:par>
                          <p:cTn id="10" fill="hold">
                            <p:stCondLst>
                              <p:cond delay="20000"/>
                            </p:stCondLst>
                            <p:childTnLst>
                              <p:par>
                                <p:cTn id="11" presetID="1" presetClass="entr" presetSubtype="0" fill="hold" grpId="0" nodeType="afterEffect">
                                  <p:stCondLst>
                                    <p:cond delay="2000"/>
                                  </p:stCondLst>
                                  <p:childTnLst>
                                    <p:set>
                                      <p:cBhvr>
                                        <p:cTn id="12" dur="1" fill="hold">
                                          <p:stCondLst>
                                            <p:cond delay="0"/>
                                          </p:stCondLst>
                                        </p:cTn>
                                        <p:tgtEl>
                                          <p:spTgt spid="55"/>
                                        </p:tgtEl>
                                        <p:attrNameLst>
                                          <p:attrName>style.visibility</p:attrName>
                                        </p:attrNameLst>
                                      </p:cBhvr>
                                      <p:to>
                                        <p:strVal val="visible"/>
                                      </p:to>
                                    </p:set>
                                  </p:childTnLst>
                                </p:cTn>
                              </p:par>
                            </p:childTnLst>
                          </p:cTn>
                        </p:par>
                        <p:par>
                          <p:cTn id="13" fill="hold">
                            <p:stCondLst>
                              <p:cond delay="22000"/>
                            </p:stCondLst>
                            <p:childTnLst>
                              <p:par>
                                <p:cTn id="14" presetID="1" presetClass="entr" presetSubtype="0" fill="hold" grpId="0" nodeType="afterEffect">
                                  <p:stCondLst>
                                    <p:cond delay="2000"/>
                                  </p:stCondLst>
                                  <p:childTnLst>
                                    <p:set>
                                      <p:cBhvr>
                                        <p:cTn id="15" dur="1" fill="hold">
                                          <p:stCondLst>
                                            <p:cond delay="0"/>
                                          </p:stCondLst>
                                        </p:cTn>
                                        <p:tgtEl>
                                          <p:spTgt spid="58"/>
                                        </p:tgtEl>
                                        <p:attrNameLst>
                                          <p:attrName>style.visibility</p:attrName>
                                        </p:attrNameLst>
                                      </p:cBhvr>
                                      <p:to>
                                        <p:strVal val="visible"/>
                                      </p:to>
                                    </p:set>
                                  </p:childTnLst>
                                </p:cTn>
                              </p:par>
                            </p:childTnLst>
                          </p:cTn>
                        </p:par>
                        <p:par>
                          <p:cTn id="16" fill="hold">
                            <p:stCondLst>
                              <p:cond delay="24000"/>
                            </p:stCondLst>
                            <p:childTnLst>
                              <p:par>
                                <p:cTn id="17" presetID="1" presetClass="entr" presetSubtype="0" fill="hold" grpId="0" nodeType="afterEffect">
                                  <p:stCondLst>
                                    <p:cond delay="2000"/>
                                  </p:stCondLst>
                                  <p:childTnLst>
                                    <p:set>
                                      <p:cBhvr>
                                        <p:cTn id="18" dur="1" fill="hold">
                                          <p:stCondLst>
                                            <p:cond delay="0"/>
                                          </p:stCondLst>
                                        </p:cTn>
                                        <p:tgtEl>
                                          <p:spTgt spid="60"/>
                                        </p:tgtEl>
                                        <p:attrNameLst>
                                          <p:attrName>style.visibility</p:attrName>
                                        </p:attrNameLst>
                                      </p:cBhvr>
                                      <p:to>
                                        <p:strVal val="visible"/>
                                      </p:to>
                                    </p:set>
                                  </p:childTnLst>
                                </p:cTn>
                              </p:par>
                            </p:childTnLst>
                          </p:cTn>
                        </p:par>
                        <p:par>
                          <p:cTn id="19" fill="hold">
                            <p:stCondLst>
                              <p:cond delay="26000"/>
                            </p:stCondLst>
                            <p:childTnLst>
                              <p:par>
                                <p:cTn id="20" presetID="1" presetClass="entr" presetSubtype="0" fill="hold" grpId="0" nodeType="afterEffect">
                                  <p:stCondLst>
                                    <p:cond delay="2000"/>
                                  </p:stCondLst>
                                  <p:childTnLst>
                                    <p:set>
                                      <p:cBhvr>
                                        <p:cTn id="21" dur="1" fill="hold">
                                          <p:stCondLst>
                                            <p:cond delay="0"/>
                                          </p:stCondLst>
                                        </p:cTn>
                                        <p:tgtEl>
                                          <p:spTgt spid="63"/>
                                        </p:tgtEl>
                                        <p:attrNameLst>
                                          <p:attrName>style.visibility</p:attrName>
                                        </p:attrNameLst>
                                      </p:cBhvr>
                                      <p:to>
                                        <p:strVal val="visible"/>
                                      </p:to>
                                    </p:set>
                                  </p:childTnLst>
                                </p:cTn>
                              </p:par>
                            </p:childTnLst>
                          </p:cTn>
                        </p:par>
                        <p:par>
                          <p:cTn id="22" fill="hold">
                            <p:stCondLst>
                              <p:cond delay="28000"/>
                            </p:stCondLst>
                            <p:childTnLst>
                              <p:par>
                                <p:cTn id="23" presetID="2" presetClass="entr" presetSubtype="4" fill="hold" grpId="0" nodeType="afterEffect">
                                  <p:stCondLst>
                                    <p:cond delay="2000"/>
                                  </p:stCondLst>
                                  <p:childTnLst>
                                    <p:set>
                                      <p:cBhvr>
                                        <p:cTn id="24" dur="1" fill="hold">
                                          <p:stCondLst>
                                            <p:cond delay="0"/>
                                          </p:stCondLst>
                                        </p:cTn>
                                        <p:tgtEl>
                                          <p:spTgt spid="72"/>
                                        </p:tgtEl>
                                        <p:attrNameLst>
                                          <p:attrName>style.visibility</p:attrName>
                                        </p:attrNameLst>
                                      </p:cBhvr>
                                      <p:to>
                                        <p:strVal val="visible"/>
                                      </p:to>
                                    </p:set>
                                    <p:anim calcmode="lin" valueType="num">
                                      <p:cBhvr additive="base">
                                        <p:cTn id="25" dur="500" fill="hold"/>
                                        <p:tgtEl>
                                          <p:spTgt spid="72"/>
                                        </p:tgtEl>
                                        <p:attrNameLst>
                                          <p:attrName>ppt_x</p:attrName>
                                        </p:attrNameLst>
                                      </p:cBhvr>
                                      <p:tavLst>
                                        <p:tav tm="0">
                                          <p:val>
                                            <p:strVal val="#ppt_x"/>
                                          </p:val>
                                        </p:tav>
                                        <p:tav tm="100000">
                                          <p:val>
                                            <p:strVal val="#ppt_x"/>
                                          </p:val>
                                        </p:tav>
                                      </p:tavLst>
                                    </p:anim>
                                    <p:anim calcmode="lin" valueType="num">
                                      <p:cBhvr additive="base">
                                        <p:cTn id="26" dur="500" fill="hold"/>
                                        <p:tgtEl>
                                          <p:spTgt spid="72"/>
                                        </p:tgtEl>
                                        <p:attrNameLst>
                                          <p:attrName>ppt_y</p:attrName>
                                        </p:attrNameLst>
                                      </p:cBhvr>
                                      <p:tavLst>
                                        <p:tav tm="0">
                                          <p:val>
                                            <p:strVal val="1+#ppt_h/2"/>
                                          </p:val>
                                        </p:tav>
                                        <p:tav tm="100000">
                                          <p:val>
                                            <p:strVal val="#ppt_y"/>
                                          </p:val>
                                        </p:tav>
                                      </p:tavLst>
                                    </p:anim>
                                  </p:childTnLst>
                                </p:cTn>
                              </p:par>
                            </p:childTnLst>
                          </p:cTn>
                        </p:par>
                        <p:par>
                          <p:cTn id="27" fill="hold">
                            <p:stCondLst>
                              <p:cond delay="30500"/>
                            </p:stCondLst>
                            <p:childTnLst>
                              <p:par>
                                <p:cTn id="28" presetID="9" presetClass="entr" presetSubtype="0" fill="hold" grpId="0" nodeType="afterEffect">
                                  <p:stCondLst>
                                    <p:cond delay="0"/>
                                  </p:stCondLst>
                                  <p:childTnLst>
                                    <p:set>
                                      <p:cBhvr>
                                        <p:cTn id="29" dur="1" fill="hold">
                                          <p:stCondLst>
                                            <p:cond delay="0"/>
                                          </p:stCondLst>
                                        </p:cTn>
                                        <p:tgtEl>
                                          <p:spTgt spid="68"/>
                                        </p:tgtEl>
                                        <p:attrNameLst>
                                          <p:attrName>style.visibility</p:attrName>
                                        </p:attrNameLst>
                                      </p:cBhvr>
                                      <p:to>
                                        <p:strVal val="visible"/>
                                      </p:to>
                                    </p:set>
                                    <p:animEffect transition="in" filter="dissolve">
                                      <p:cBhvr>
                                        <p:cTn id="30" dur="500"/>
                                        <p:tgtEl>
                                          <p:spTgt spid="68"/>
                                        </p:tgtEl>
                                      </p:cBhvr>
                                    </p:animEffect>
                                  </p:childTnLst>
                                </p:cTn>
                              </p:par>
                            </p:childTnLst>
                          </p:cTn>
                        </p:par>
                        <p:par>
                          <p:cTn id="31" fill="hold">
                            <p:stCondLst>
                              <p:cond delay="31000"/>
                            </p:stCondLst>
                            <p:childTnLst>
                              <p:par>
                                <p:cTn id="32" presetID="9" presetClass="entr" presetSubtype="0" fill="hold" grpId="0" nodeType="afterEffect">
                                  <p:stCondLst>
                                    <p:cond delay="0"/>
                                  </p:stCondLst>
                                  <p:childTnLst>
                                    <p:set>
                                      <p:cBhvr>
                                        <p:cTn id="33" dur="1" fill="hold">
                                          <p:stCondLst>
                                            <p:cond delay="0"/>
                                          </p:stCondLst>
                                        </p:cTn>
                                        <p:tgtEl>
                                          <p:spTgt spid="70"/>
                                        </p:tgtEl>
                                        <p:attrNameLst>
                                          <p:attrName>style.visibility</p:attrName>
                                        </p:attrNameLst>
                                      </p:cBhvr>
                                      <p:to>
                                        <p:strVal val="visible"/>
                                      </p:to>
                                    </p:set>
                                    <p:animEffect transition="in" filter="dissolve">
                                      <p:cBhvr>
                                        <p:cTn id="34" dur="500"/>
                                        <p:tgtEl>
                                          <p:spTgt spid="70"/>
                                        </p:tgtEl>
                                      </p:cBhvr>
                                    </p:animEffect>
                                  </p:childTnLst>
                                </p:cTn>
                              </p:par>
                            </p:childTnLst>
                          </p:cTn>
                        </p:par>
                        <p:par>
                          <p:cTn id="35" fill="hold">
                            <p:stCondLst>
                              <p:cond delay="31500"/>
                            </p:stCondLst>
                            <p:childTnLst>
                              <p:par>
                                <p:cTn id="36" presetID="53" presetClass="entr" presetSubtype="16" fill="hold" nodeType="afterEffect">
                                  <p:stCondLst>
                                    <p:cond delay="2000"/>
                                  </p:stCondLst>
                                  <p:childTnLst>
                                    <p:set>
                                      <p:cBhvr>
                                        <p:cTn id="37" dur="1" fill="hold">
                                          <p:stCondLst>
                                            <p:cond delay="0"/>
                                          </p:stCondLst>
                                        </p:cTn>
                                        <p:tgtEl>
                                          <p:spTgt spid="81"/>
                                        </p:tgtEl>
                                        <p:attrNameLst>
                                          <p:attrName>style.visibility</p:attrName>
                                        </p:attrNameLst>
                                      </p:cBhvr>
                                      <p:to>
                                        <p:strVal val="visible"/>
                                      </p:to>
                                    </p:set>
                                    <p:anim calcmode="lin" valueType="num">
                                      <p:cBhvr>
                                        <p:cTn id="38" dur="500" fill="hold"/>
                                        <p:tgtEl>
                                          <p:spTgt spid="81"/>
                                        </p:tgtEl>
                                        <p:attrNameLst>
                                          <p:attrName>ppt_w</p:attrName>
                                        </p:attrNameLst>
                                      </p:cBhvr>
                                      <p:tavLst>
                                        <p:tav tm="0">
                                          <p:val>
                                            <p:fltVal val="0"/>
                                          </p:val>
                                        </p:tav>
                                        <p:tav tm="100000">
                                          <p:val>
                                            <p:strVal val="#ppt_w"/>
                                          </p:val>
                                        </p:tav>
                                      </p:tavLst>
                                    </p:anim>
                                    <p:anim calcmode="lin" valueType="num">
                                      <p:cBhvr>
                                        <p:cTn id="39" dur="500" fill="hold"/>
                                        <p:tgtEl>
                                          <p:spTgt spid="81"/>
                                        </p:tgtEl>
                                        <p:attrNameLst>
                                          <p:attrName>ppt_h</p:attrName>
                                        </p:attrNameLst>
                                      </p:cBhvr>
                                      <p:tavLst>
                                        <p:tav tm="0">
                                          <p:val>
                                            <p:fltVal val="0"/>
                                          </p:val>
                                        </p:tav>
                                        <p:tav tm="100000">
                                          <p:val>
                                            <p:strVal val="#ppt_h"/>
                                          </p:val>
                                        </p:tav>
                                      </p:tavLst>
                                    </p:anim>
                                    <p:animEffect transition="in" filter="fade">
                                      <p:cBhvr>
                                        <p:cTn id="40" dur="500"/>
                                        <p:tgtEl>
                                          <p:spTgt spid="81"/>
                                        </p:tgtEl>
                                      </p:cBhvr>
                                    </p:animEffect>
                                  </p:childTnLst>
                                </p:cTn>
                              </p:par>
                            </p:childTnLst>
                          </p:cTn>
                        </p:par>
                        <p:par>
                          <p:cTn id="41" fill="hold">
                            <p:stCondLst>
                              <p:cond delay="34000"/>
                            </p:stCondLst>
                            <p:childTnLst>
                              <p:par>
                                <p:cTn id="42" presetID="56" presetClass="entr" presetSubtype="0" fill="hold" grpId="0" nodeType="afterEffect">
                                  <p:stCondLst>
                                    <p:cond delay="4000"/>
                                  </p:stCondLst>
                                  <p:iterate type="lt">
                                    <p:tmPct val="10000"/>
                                  </p:iterate>
                                  <p:childTnLst>
                                    <p:set>
                                      <p:cBhvr>
                                        <p:cTn id="43" dur="1" fill="hold">
                                          <p:stCondLst>
                                            <p:cond delay="0"/>
                                          </p:stCondLst>
                                        </p:cTn>
                                        <p:tgtEl>
                                          <p:spTgt spid="79"/>
                                        </p:tgtEl>
                                        <p:attrNameLst>
                                          <p:attrName>style.visibility</p:attrName>
                                        </p:attrNameLst>
                                      </p:cBhvr>
                                      <p:to>
                                        <p:strVal val="visible"/>
                                      </p:to>
                                    </p:set>
                                    <p:anim by="(-#ppt_w*2)" calcmode="lin" valueType="num">
                                      <p:cBhvr rctx="PPT">
                                        <p:cTn id="44" dur="500" autoRev="1" fill="hold">
                                          <p:stCondLst>
                                            <p:cond delay="0"/>
                                          </p:stCondLst>
                                        </p:cTn>
                                        <p:tgtEl>
                                          <p:spTgt spid="79"/>
                                        </p:tgtEl>
                                        <p:attrNameLst>
                                          <p:attrName>ppt_w</p:attrName>
                                        </p:attrNameLst>
                                      </p:cBhvr>
                                    </p:anim>
                                    <p:anim by="(#ppt_w*0.50)" calcmode="lin" valueType="num">
                                      <p:cBhvr>
                                        <p:cTn id="45" dur="500" decel="50000" autoRev="1" fill="hold">
                                          <p:stCondLst>
                                            <p:cond delay="0"/>
                                          </p:stCondLst>
                                        </p:cTn>
                                        <p:tgtEl>
                                          <p:spTgt spid="79"/>
                                        </p:tgtEl>
                                        <p:attrNameLst>
                                          <p:attrName>ppt_x</p:attrName>
                                        </p:attrNameLst>
                                      </p:cBhvr>
                                    </p:anim>
                                    <p:anim from="(-#ppt_h/2)" to="(#ppt_y)" calcmode="lin" valueType="num">
                                      <p:cBhvr>
                                        <p:cTn id="46" dur="1000" fill="hold">
                                          <p:stCondLst>
                                            <p:cond delay="0"/>
                                          </p:stCondLst>
                                        </p:cTn>
                                        <p:tgtEl>
                                          <p:spTgt spid="79"/>
                                        </p:tgtEl>
                                        <p:attrNameLst>
                                          <p:attrName>ppt_y</p:attrName>
                                        </p:attrNameLst>
                                      </p:cBhvr>
                                    </p:anim>
                                    <p:animRot by="21600000">
                                      <p:cBhvr>
                                        <p:cTn id="47" dur="1000" fill="hold">
                                          <p:stCondLst>
                                            <p:cond delay="0"/>
                                          </p:stCondLst>
                                        </p:cTn>
                                        <p:tgtEl>
                                          <p:spTgt spid="79"/>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P spid="52" grpId="0" animBg="1"/>
      <p:bldP spid="55" grpId="0" animBg="1"/>
      <p:bldP spid="58" grpId="0" animBg="1"/>
      <p:bldP spid="60" grpId="0" animBg="1"/>
      <p:bldP spid="63" grpId="0" animBg="1"/>
      <p:bldP spid="68" grpId="0" animBg="1"/>
      <p:bldP spid="70" grpId="0" animBg="1"/>
      <p:bldP spid="72" grpId="0" animBg="1"/>
      <p:bldP spid="7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5"/>
                                        </p:tgtEl>
                                        <p:attrNameLst>
                                          <p:attrName>style.visibility</p:attrName>
                                        </p:attrNameLst>
                                      </p:cBhvr>
                                      <p:to>
                                        <p:strVal val="visible"/>
                                      </p:to>
                                    </p:set>
                                    <p:animEffect transition="in" filter="wipe(down)">
                                      <p:cBhvr>
                                        <p:cTn id="7" dur="500"/>
                                        <p:tgtEl>
                                          <p:spTgt spid="125"/>
                                        </p:tgtEl>
                                      </p:cBhvr>
                                    </p:animEffect>
                                  </p:childTnLst>
                                </p:cTn>
                              </p:par>
                            </p:childTnLst>
                          </p:cTn>
                        </p:par>
                        <p:par>
                          <p:cTn id="8" fill="hold">
                            <p:stCondLst>
                              <p:cond delay="5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128"/>
                                        </p:tgtEl>
                                        <p:attrNameLst>
                                          <p:attrName>style.visibility</p:attrName>
                                        </p:attrNameLst>
                                      </p:cBhvr>
                                      <p:to>
                                        <p:strVal val="visible"/>
                                      </p:to>
                                    </p:set>
                                    <p:anim calcmode="lin" valueType="num">
                                      <p:cBhvr>
                                        <p:cTn id="11" dur="500" fill="hold"/>
                                        <p:tgtEl>
                                          <p:spTgt spid="128"/>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128"/>
                                        </p:tgtEl>
                                        <p:attrNameLst>
                                          <p:attrName>ppt_y</p:attrName>
                                        </p:attrNameLst>
                                      </p:cBhvr>
                                      <p:tavLst>
                                        <p:tav tm="0">
                                          <p:val>
                                            <p:strVal val="#ppt_y"/>
                                          </p:val>
                                        </p:tav>
                                        <p:tav tm="100000">
                                          <p:val>
                                            <p:strVal val="#ppt_y"/>
                                          </p:val>
                                        </p:tav>
                                      </p:tavLst>
                                    </p:anim>
                                    <p:anim calcmode="lin" valueType="num">
                                      <p:cBhvr>
                                        <p:cTn id="13" dur="500" fill="hold"/>
                                        <p:tgtEl>
                                          <p:spTgt spid="128"/>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128"/>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128"/>
                                        </p:tgtEl>
                                      </p:cBhvr>
                                    </p:animEffect>
                                  </p:childTnLst>
                                </p:cTn>
                              </p:par>
                            </p:childTnLst>
                          </p:cTn>
                        </p:par>
                        <p:par>
                          <p:cTn id="16" fill="hold">
                            <p:stCondLst>
                              <p:cond delay="2850"/>
                            </p:stCondLst>
                            <p:childTnLst>
                              <p:par>
                                <p:cTn id="17" presetID="23" presetClass="entr" presetSubtype="16" fill="hold" grpId="0" nodeType="afterEffect">
                                  <p:stCondLst>
                                    <p:cond delay="1000"/>
                                  </p:stCondLst>
                                  <p:childTnLst>
                                    <p:set>
                                      <p:cBhvr>
                                        <p:cTn id="18" dur="1" fill="hold">
                                          <p:stCondLst>
                                            <p:cond delay="0"/>
                                          </p:stCondLst>
                                        </p:cTn>
                                        <p:tgtEl>
                                          <p:spTgt spid="190"/>
                                        </p:tgtEl>
                                        <p:attrNameLst>
                                          <p:attrName>style.visibility</p:attrName>
                                        </p:attrNameLst>
                                      </p:cBhvr>
                                      <p:to>
                                        <p:strVal val="visible"/>
                                      </p:to>
                                    </p:set>
                                    <p:anim calcmode="lin" valueType="num">
                                      <p:cBhvr>
                                        <p:cTn id="19" dur="500" fill="hold"/>
                                        <p:tgtEl>
                                          <p:spTgt spid="190"/>
                                        </p:tgtEl>
                                        <p:attrNameLst>
                                          <p:attrName>ppt_w</p:attrName>
                                        </p:attrNameLst>
                                      </p:cBhvr>
                                      <p:tavLst>
                                        <p:tav tm="0">
                                          <p:val>
                                            <p:fltVal val="0"/>
                                          </p:val>
                                        </p:tav>
                                        <p:tav tm="100000">
                                          <p:val>
                                            <p:strVal val="#ppt_w"/>
                                          </p:val>
                                        </p:tav>
                                      </p:tavLst>
                                    </p:anim>
                                    <p:anim calcmode="lin" valueType="num">
                                      <p:cBhvr>
                                        <p:cTn id="20" dur="500" fill="hold"/>
                                        <p:tgtEl>
                                          <p:spTgt spid="190"/>
                                        </p:tgtEl>
                                        <p:attrNameLst>
                                          <p:attrName>ppt_h</p:attrName>
                                        </p:attrNameLst>
                                      </p:cBhvr>
                                      <p:tavLst>
                                        <p:tav tm="0">
                                          <p:val>
                                            <p:fltVal val="0"/>
                                          </p:val>
                                        </p:tav>
                                        <p:tav tm="100000">
                                          <p:val>
                                            <p:strVal val="#ppt_h"/>
                                          </p:val>
                                        </p:tav>
                                      </p:tavLst>
                                    </p:anim>
                                  </p:childTnLst>
                                </p:cTn>
                              </p:par>
                            </p:childTnLst>
                          </p:cTn>
                        </p:par>
                        <p:par>
                          <p:cTn id="21" fill="hold">
                            <p:stCondLst>
                              <p:cond delay="4350"/>
                            </p:stCondLst>
                            <p:childTnLst>
                              <p:par>
                                <p:cTn id="22" presetID="45" presetClass="entr" presetSubtype="0" fill="hold" grpId="0" nodeType="afterEffect">
                                  <p:stCondLst>
                                    <p:cond delay="1000"/>
                                  </p:stCondLst>
                                  <p:childTnLst>
                                    <p:set>
                                      <p:cBhvr>
                                        <p:cTn id="23" dur="1" fill="hold">
                                          <p:stCondLst>
                                            <p:cond delay="0"/>
                                          </p:stCondLst>
                                        </p:cTn>
                                        <p:tgtEl>
                                          <p:spTgt spid="192"/>
                                        </p:tgtEl>
                                        <p:attrNameLst>
                                          <p:attrName>style.visibility</p:attrName>
                                        </p:attrNameLst>
                                      </p:cBhvr>
                                      <p:to>
                                        <p:strVal val="visible"/>
                                      </p:to>
                                    </p:set>
                                    <p:animEffect transition="in" filter="fade">
                                      <p:cBhvr>
                                        <p:cTn id="24" dur="1000"/>
                                        <p:tgtEl>
                                          <p:spTgt spid="192"/>
                                        </p:tgtEl>
                                      </p:cBhvr>
                                    </p:animEffect>
                                    <p:anim calcmode="lin" valueType="num">
                                      <p:cBhvr>
                                        <p:cTn id="25" dur="1000" fill="hold"/>
                                        <p:tgtEl>
                                          <p:spTgt spid="192"/>
                                        </p:tgtEl>
                                        <p:attrNameLst>
                                          <p:attrName>ppt_w</p:attrName>
                                        </p:attrNameLst>
                                      </p:cBhvr>
                                      <p:tavLst>
                                        <p:tav tm="0" fmla="#ppt_w*sin(2.5*pi*$)">
                                          <p:val>
                                            <p:fltVal val="0"/>
                                          </p:val>
                                        </p:tav>
                                        <p:tav tm="100000">
                                          <p:val>
                                            <p:fltVal val="1"/>
                                          </p:val>
                                        </p:tav>
                                      </p:tavLst>
                                    </p:anim>
                                    <p:anim calcmode="lin" valueType="num">
                                      <p:cBhvr>
                                        <p:cTn id="26" dur="1000" fill="hold"/>
                                        <p:tgtEl>
                                          <p:spTgt spid="192"/>
                                        </p:tgtEl>
                                        <p:attrNameLst>
                                          <p:attrName>ppt_h</p:attrName>
                                        </p:attrNameLst>
                                      </p:cBhvr>
                                      <p:tavLst>
                                        <p:tav tm="0">
                                          <p:val>
                                            <p:strVal val="#ppt_h"/>
                                          </p:val>
                                        </p:tav>
                                        <p:tav tm="100000">
                                          <p:val>
                                            <p:strVal val="#ppt_h"/>
                                          </p:val>
                                        </p:tav>
                                      </p:tavLst>
                                    </p:anim>
                                  </p:childTnLst>
                                </p:cTn>
                              </p:par>
                            </p:childTnLst>
                          </p:cTn>
                        </p:par>
                        <p:par>
                          <p:cTn id="27" fill="hold">
                            <p:stCondLst>
                              <p:cond delay="6350"/>
                            </p:stCondLst>
                            <p:childTnLst>
                              <p:par>
                                <p:cTn id="28" presetID="53" presetClass="entr" presetSubtype="16" fill="hold" grpId="0" nodeType="afterEffect">
                                  <p:stCondLst>
                                    <p:cond delay="0"/>
                                  </p:stCondLst>
                                  <p:childTnLst>
                                    <p:set>
                                      <p:cBhvr>
                                        <p:cTn id="29" dur="1" fill="hold">
                                          <p:stCondLst>
                                            <p:cond delay="0"/>
                                          </p:stCondLst>
                                        </p:cTn>
                                        <p:tgtEl>
                                          <p:spTgt spid="196"/>
                                        </p:tgtEl>
                                        <p:attrNameLst>
                                          <p:attrName>style.visibility</p:attrName>
                                        </p:attrNameLst>
                                      </p:cBhvr>
                                      <p:to>
                                        <p:strVal val="visible"/>
                                      </p:to>
                                    </p:set>
                                    <p:anim calcmode="lin" valueType="num">
                                      <p:cBhvr>
                                        <p:cTn id="30" dur="500" fill="hold"/>
                                        <p:tgtEl>
                                          <p:spTgt spid="196"/>
                                        </p:tgtEl>
                                        <p:attrNameLst>
                                          <p:attrName>ppt_w</p:attrName>
                                        </p:attrNameLst>
                                      </p:cBhvr>
                                      <p:tavLst>
                                        <p:tav tm="0">
                                          <p:val>
                                            <p:fltVal val="0"/>
                                          </p:val>
                                        </p:tav>
                                        <p:tav tm="100000">
                                          <p:val>
                                            <p:strVal val="#ppt_w"/>
                                          </p:val>
                                        </p:tav>
                                      </p:tavLst>
                                    </p:anim>
                                    <p:anim calcmode="lin" valueType="num">
                                      <p:cBhvr>
                                        <p:cTn id="31" dur="500" fill="hold"/>
                                        <p:tgtEl>
                                          <p:spTgt spid="196"/>
                                        </p:tgtEl>
                                        <p:attrNameLst>
                                          <p:attrName>ppt_h</p:attrName>
                                        </p:attrNameLst>
                                      </p:cBhvr>
                                      <p:tavLst>
                                        <p:tav tm="0">
                                          <p:val>
                                            <p:fltVal val="0"/>
                                          </p:val>
                                        </p:tav>
                                        <p:tav tm="100000">
                                          <p:val>
                                            <p:strVal val="#ppt_h"/>
                                          </p:val>
                                        </p:tav>
                                      </p:tavLst>
                                    </p:anim>
                                    <p:animEffect transition="in" filter="fade">
                                      <p:cBhvr>
                                        <p:cTn id="32" dur="500"/>
                                        <p:tgtEl>
                                          <p:spTgt spid="196"/>
                                        </p:tgtEl>
                                      </p:cBhvr>
                                    </p:animEffect>
                                  </p:childTnLst>
                                </p:cTn>
                              </p:par>
                            </p:childTnLst>
                          </p:cTn>
                        </p:par>
                        <p:par>
                          <p:cTn id="33" fill="hold">
                            <p:stCondLst>
                              <p:cond delay="6850"/>
                            </p:stCondLst>
                            <p:childTnLst>
                              <p:par>
                                <p:cTn id="34" presetID="53" presetClass="entr" presetSubtype="16" fill="hold" grpId="0" nodeType="afterEffect">
                                  <p:stCondLst>
                                    <p:cond delay="1000"/>
                                  </p:stCondLst>
                                  <p:childTnLst>
                                    <p:set>
                                      <p:cBhvr>
                                        <p:cTn id="35" dur="1" fill="hold">
                                          <p:stCondLst>
                                            <p:cond delay="0"/>
                                          </p:stCondLst>
                                        </p:cTn>
                                        <p:tgtEl>
                                          <p:spTgt spid="198"/>
                                        </p:tgtEl>
                                        <p:attrNameLst>
                                          <p:attrName>style.visibility</p:attrName>
                                        </p:attrNameLst>
                                      </p:cBhvr>
                                      <p:to>
                                        <p:strVal val="visible"/>
                                      </p:to>
                                    </p:set>
                                    <p:anim calcmode="lin" valueType="num">
                                      <p:cBhvr>
                                        <p:cTn id="36" dur="500" fill="hold"/>
                                        <p:tgtEl>
                                          <p:spTgt spid="198"/>
                                        </p:tgtEl>
                                        <p:attrNameLst>
                                          <p:attrName>ppt_w</p:attrName>
                                        </p:attrNameLst>
                                      </p:cBhvr>
                                      <p:tavLst>
                                        <p:tav tm="0">
                                          <p:val>
                                            <p:fltVal val="0"/>
                                          </p:val>
                                        </p:tav>
                                        <p:tav tm="100000">
                                          <p:val>
                                            <p:strVal val="#ppt_w"/>
                                          </p:val>
                                        </p:tav>
                                      </p:tavLst>
                                    </p:anim>
                                    <p:anim calcmode="lin" valueType="num">
                                      <p:cBhvr>
                                        <p:cTn id="37" dur="500" fill="hold"/>
                                        <p:tgtEl>
                                          <p:spTgt spid="198"/>
                                        </p:tgtEl>
                                        <p:attrNameLst>
                                          <p:attrName>ppt_h</p:attrName>
                                        </p:attrNameLst>
                                      </p:cBhvr>
                                      <p:tavLst>
                                        <p:tav tm="0">
                                          <p:val>
                                            <p:fltVal val="0"/>
                                          </p:val>
                                        </p:tav>
                                        <p:tav tm="100000">
                                          <p:val>
                                            <p:strVal val="#ppt_h"/>
                                          </p:val>
                                        </p:tav>
                                      </p:tavLst>
                                    </p:anim>
                                    <p:animEffect transition="in" filter="fade">
                                      <p:cBhvr>
                                        <p:cTn id="38" dur="500"/>
                                        <p:tgtEl>
                                          <p:spTgt spid="198"/>
                                        </p:tgtEl>
                                      </p:cBhvr>
                                    </p:animEffect>
                                  </p:childTnLst>
                                </p:cTn>
                              </p:par>
                            </p:childTnLst>
                          </p:cTn>
                        </p:par>
                        <p:par>
                          <p:cTn id="39" fill="hold">
                            <p:stCondLst>
                              <p:cond delay="8350"/>
                            </p:stCondLst>
                            <p:childTnLst>
                              <p:par>
                                <p:cTn id="40" presetID="12" presetClass="entr" presetSubtype="4" fill="hold" grpId="0" nodeType="afterEffect">
                                  <p:stCondLst>
                                    <p:cond delay="3000"/>
                                  </p:stCondLst>
                                  <p:childTnLst>
                                    <p:set>
                                      <p:cBhvr>
                                        <p:cTn id="41" dur="1" fill="hold">
                                          <p:stCondLst>
                                            <p:cond delay="0"/>
                                          </p:stCondLst>
                                        </p:cTn>
                                        <p:tgtEl>
                                          <p:spTgt spid="200"/>
                                        </p:tgtEl>
                                        <p:attrNameLst>
                                          <p:attrName>style.visibility</p:attrName>
                                        </p:attrNameLst>
                                      </p:cBhvr>
                                      <p:to>
                                        <p:strVal val="visible"/>
                                      </p:to>
                                    </p:set>
                                    <p:anim calcmode="lin" valueType="num">
                                      <p:cBhvr additive="base">
                                        <p:cTn id="42" dur="2000"/>
                                        <p:tgtEl>
                                          <p:spTgt spid="200"/>
                                        </p:tgtEl>
                                        <p:attrNameLst>
                                          <p:attrName>ppt_y</p:attrName>
                                        </p:attrNameLst>
                                      </p:cBhvr>
                                      <p:tavLst>
                                        <p:tav tm="0">
                                          <p:val>
                                            <p:strVal val="#ppt_y+#ppt_h*1.125000"/>
                                          </p:val>
                                        </p:tav>
                                        <p:tav tm="100000">
                                          <p:val>
                                            <p:strVal val="#ppt_y"/>
                                          </p:val>
                                        </p:tav>
                                      </p:tavLst>
                                    </p:anim>
                                    <p:animEffect transition="in" filter="wipe(up)">
                                      <p:cBhvr>
                                        <p:cTn id="43" dur="20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P spid="128" grpId="0" animBg="1"/>
      <p:bldP spid="190" grpId="0" animBg="1"/>
      <p:bldP spid="192" grpId="0" animBg="1"/>
      <p:bldP spid="196" grpId="0" animBg="1"/>
      <p:bldP spid="198" grpId="0" animBg="1"/>
      <p:bldP spid="20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withEffect">
                                  <p:stCondLst>
                                    <p:cond delay="0"/>
                                  </p:stCondLst>
                                  <p:iterate type="lt">
                                    <p:tmPct val="10000"/>
                                  </p:iterate>
                                  <p:childTnLst>
                                    <p:set>
                                      <p:cBhvr>
                                        <p:cTn id="6" dur="1" fill="hold">
                                          <p:stCondLst>
                                            <p:cond delay="0"/>
                                          </p:stCondLst>
                                        </p:cTn>
                                        <p:tgtEl>
                                          <p:spTgt spid="4"/>
                                        </p:tgtEl>
                                        <p:attrNameLst>
                                          <p:attrName>style.visibility</p:attrName>
                                        </p:attrNameLst>
                                      </p:cBhvr>
                                      <p:to>
                                        <p:strVal val="visible"/>
                                      </p:to>
                                    </p:set>
                                    <p:anim by="(-#ppt_w*2)" calcmode="lin" valueType="num">
                                      <p:cBhvr rctx="PPT">
                                        <p:cTn id="7" dur="250" autoRev="1" fill="hold">
                                          <p:stCondLst>
                                            <p:cond delay="0"/>
                                          </p:stCondLst>
                                        </p:cTn>
                                        <p:tgtEl>
                                          <p:spTgt spid="4"/>
                                        </p:tgtEl>
                                        <p:attrNameLst>
                                          <p:attrName>ppt_w</p:attrName>
                                        </p:attrNameLst>
                                      </p:cBhvr>
                                    </p:anim>
                                    <p:anim by="(#ppt_w*0.50)" calcmode="lin" valueType="num">
                                      <p:cBhvr>
                                        <p:cTn id="8" dur="250" decel="50000" autoRev="1" fill="hold">
                                          <p:stCondLst>
                                            <p:cond delay="0"/>
                                          </p:stCondLst>
                                        </p:cTn>
                                        <p:tgtEl>
                                          <p:spTgt spid="4"/>
                                        </p:tgtEl>
                                        <p:attrNameLst>
                                          <p:attrName>ppt_x</p:attrName>
                                        </p:attrNameLst>
                                      </p:cBhvr>
                                    </p:anim>
                                    <p:anim from="(-#ppt_h/2)" to="(#ppt_y)" calcmode="lin" valueType="num">
                                      <p:cBhvr>
                                        <p:cTn id="9" dur="500" fill="hold">
                                          <p:stCondLst>
                                            <p:cond delay="0"/>
                                          </p:stCondLst>
                                        </p:cTn>
                                        <p:tgtEl>
                                          <p:spTgt spid="4"/>
                                        </p:tgtEl>
                                        <p:attrNameLst>
                                          <p:attrName>ppt_y</p:attrName>
                                        </p:attrNameLst>
                                      </p:cBhvr>
                                    </p:anim>
                                    <p:animRot by="21600000">
                                      <p:cBhvr>
                                        <p:cTn id="10" dur="500" fill="hold">
                                          <p:stCondLst>
                                            <p:cond delay="0"/>
                                          </p:stCondLst>
                                        </p:cTn>
                                        <p:tgtEl>
                                          <p:spTgt spid="4"/>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500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1600" decel="100000"/>
                                        <p:tgtEl>
                                          <p:spTgt spid="31"/>
                                        </p:tgtEl>
                                      </p:cBhvr>
                                    </p:animEffect>
                                    <p:anim calcmode="lin" valueType="num">
                                      <p:cBhvr>
                                        <p:cTn id="8" dur="1600" decel="100000" fill="hold"/>
                                        <p:tgtEl>
                                          <p:spTgt spid="31"/>
                                        </p:tgtEl>
                                        <p:attrNameLst>
                                          <p:attrName>style.rotation</p:attrName>
                                        </p:attrNameLst>
                                      </p:cBhvr>
                                      <p:tavLst>
                                        <p:tav tm="0">
                                          <p:val>
                                            <p:fltVal val="-90"/>
                                          </p:val>
                                        </p:tav>
                                        <p:tav tm="100000">
                                          <p:val>
                                            <p:fltVal val="0"/>
                                          </p:val>
                                        </p:tav>
                                      </p:tavLst>
                                    </p:anim>
                                    <p:anim calcmode="lin" valueType="num">
                                      <p:cBhvr>
                                        <p:cTn id="9" dur="1600" decel="100000" fill="hold"/>
                                        <p:tgtEl>
                                          <p:spTgt spid="31"/>
                                        </p:tgtEl>
                                        <p:attrNameLst>
                                          <p:attrName>ppt_x</p:attrName>
                                        </p:attrNameLst>
                                      </p:cBhvr>
                                      <p:tavLst>
                                        <p:tav tm="0">
                                          <p:val>
                                            <p:strVal val="#ppt_x+0.4"/>
                                          </p:val>
                                        </p:tav>
                                        <p:tav tm="100000">
                                          <p:val>
                                            <p:strVal val="#ppt_x-0.05"/>
                                          </p:val>
                                        </p:tav>
                                      </p:tavLst>
                                    </p:anim>
                                    <p:anim calcmode="lin" valueType="num">
                                      <p:cBhvr>
                                        <p:cTn id="10" dur="1600" decel="100000" fill="hold"/>
                                        <p:tgtEl>
                                          <p:spTgt spid="31"/>
                                        </p:tgtEl>
                                        <p:attrNameLst>
                                          <p:attrName>ppt_y</p:attrName>
                                        </p:attrNameLst>
                                      </p:cBhvr>
                                      <p:tavLst>
                                        <p:tav tm="0">
                                          <p:val>
                                            <p:strVal val="#ppt_y-0.4"/>
                                          </p:val>
                                        </p:tav>
                                        <p:tav tm="100000">
                                          <p:val>
                                            <p:strVal val="#ppt_y+0.1"/>
                                          </p:val>
                                        </p:tav>
                                      </p:tavLst>
                                    </p:anim>
                                    <p:anim calcmode="lin" valueType="num">
                                      <p:cBhvr>
                                        <p:cTn id="11" dur="400" accel="100000" fill="hold">
                                          <p:stCondLst>
                                            <p:cond delay="1600"/>
                                          </p:stCondLst>
                                        </p:cTn>
                                        <p:tgtEl>
                                          <p:spTgt spid="31"/>
                                        </p:tgtEl>
                                        <p:attrNameLst>
                                          <p:attrName>ppt_x</p:attrName>
                                        </p:attrNameLst>
                                      </p:cBhvr>
                                      <p:tavLst>
                                        <p:tav tm="0">
                                          <p:val>
                                            <p:strVal val="#ppt_x-0.05"/>
                                          </p:val>
                                        </p:tav>
                                        <p:tav tm="100000">
                                          <p:val>
                                            <p:strVal val="#ppt_x"/>
                                          </p:val>
                                        </p:tav>
                                      </p:tavLst>
                                    </p:anim>
                                    <p:anim calcmode="lin" valueType="num">
                                      <p:cBhvr>
                                        <p:cTn id="12" dur="400" accel="100000" fill="hold">
                                          <p:stCondLst>
                                            <p:cond delay="1600"/>
                                          </p:stCondLst>
                                        </p:cTn>
                                        <p:tgtEl>
                                          <p:spTgt spid="31"/>
                                        </p:tgtEl>
                                        <p:attrNameLst>
                                          <p:attrName>ppt_y</p:attrName>
                                        </p:attrNameLst>
                                      </p:cBhvr>
                                      <p:tavLst>
                                        <p:tav tm="0">
                                          <p:val>
                                            <p:strVal val="#ppt_y+0.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down)">
                                      <p:cBhvr>
                                        <p:cTn id="7" dur="290">
                                          <p:stCondLst>
                                            <p:cond delay="0"/>
                                          </p:stCondLst>
                                        </p:cTn>
                                        <p:tgtEl>
                                          <p:spTgt spid="31"/>
                                        </p:tgtEl>
                                      </p:cBhvr>
                                    </p:animEffect>
                                    <p:anim calcmode="lin" valueType="num">
                                      <p:cBhvr>
                                        <p:cTn id="8" dur="911" tmFilter="0,0; 0.14,0.36; 0.43,0.73; 0.71,0.91; 1.0,1.0">
                                          <p:stCondLst>
                                            <p:cond delay="0"/>
                                          </p:stCondLst>
                                        </p:cTn>
                                        <p:tgtEl>
                                          <p:spTgt spid="31"/>
                                        </p:tgtEl>
                                        <p:attrNameLst>
                                          <p:attrName>ppt_x</p:attrName>
                                        </p:attrNameLst>
                                      </p:cBhvr>
                                      <p:tavLst>
                                        <p:tav tm="0">
                                          <p:val>
                                            <p:strVal val="#ppt_x-0.25"/>
                                          </p:val>
                                        </p:tav>
                                        <p:tav tm="100000">
                                          <p:val>
                                            <p:strVal val="#ppt_x"/>
                                          </p:val>
                                        </p:tav>
                                      </p:tavLst>
                                    </p:anim>
                                    <p:anim calcmode="lin" valueType="num">
                                      <p:cBhvr>
                                        <p:cTn id="9" dur="332" tmFilter="0.0,0.0; 0.25,0.07; 0.50,0.2; 0.75,0.467; 1.0,1.0">
                                          <p:stCondLst>
                                            <p:cond delay="0"/>
                                          </p:stCondLst>
                                        </p:cTn>
                                        <p:tgtEl>
                                          <p:spTgt spid="31"/>
                                        </p:tgtEl>
                                        <p:attrNameLst>
                                          <p:attrName>ppt_y</p:attrName>
                                        </p:attrNameLst>
                                      </p:cBhvr>
                                      <p:tavLst>
                                        <p:tav tm="0" fmla="#ppt_y-sin(pi*$)/3">
                                          <p:val>
                                            <p:fltVal val="0.5"/>
                                          </p:val>
                                        </p:tav>
                                        <p:tav tm="100000">
                                          <p:val>
                                            <p:fltVal val="1"/>
                                          </p:val>
                                        </p:tav>
                                      </p:tavLst>
                                    </p:anim>
                                    <p:anim calcmode="lin" valueType="num">
                                      <p:cBhvr>
                                        <p:cTn id="10" dur="332" tmFilter="0, 0; 0.125,0.2665; 0.25,0.4; 0.375,0.465; 0.5,0.5;  0.625,0.535; 0.75,0.6; 0.875,0.7335; 1,1">
                                          <p:stCondLst>
                                            <p:cond delay="332"/>
                                          </p:stCondLst>
                                        </p:cTn>
                                        <p:tgtEl>
                                          <p:spTgt spid="31"/>
                                        </p:tgtEl>
                                        <p:attrNameLst>
                                          <p:attrName>ppt_y</p:attrName>
                                        </p:attrNameLst>
                                      </p:cBhvr>
                                      <p:tavLst>
                                        <p:tav tm="0" fmla="#ppt_y-sin(pi*$)/9">
                                          <p:val>
                                            <p:fltVal val="0"/>
                                          </p:val>
                                        </p:tav>
                                        <p:tav tm="100000">
                                          <p:val>
                                            <p:fltVal val="1"/>
                                          </p:val>
                                        </p:tav>
                                      </p:tavLst>
                                    </p:anim>
                                    <p:anim calcmode="lin" valueType="num">
                                      <p:cBhvr>
                                        <p:cTn id="11" dur="166" tmFilter="0, 0; 0.125,0.2665; 0.25,0.4; 0.375,0.465; 0.5,0.5;  0.625,0.535; 0.75,0.6; 0.875,0.7335; 1,1">
                                          <p:stCondLst>
                                            <p:cond delay="662"/>
                                          </p:stCondLst>
                                        </p:cTn>
                                        <p:tgtEl>
                                          <p:spTgt spid="31"/>
                                        </p:tgtEl>
                                        <p:attrNameLst>
                                          <p:attrName>ppt_y</p:attrName>
                                        </p:attrNameLst>
                                      </p:cBhvr>
                                      <p:tavLst>
                                        <p:tav tm="0" fmla="#ppt_y-sin(pi*$)/27">
                                          <p:val>
                                            <p:fltVal val="0"/>
                                          </p:val>
                                        </p:tav>
                                        <p:tav tm="100000">
                                          <p:val>
                                            <p:fltVal val="1"/>
                                          </p:val>
                                        </p:tav>
                                      </p:tavLst>
                                    </p:anim>
                                    <p:anim calcmode="lin" valueType="num">
                                      <p:cBhvr>
                                        <p:cTn id="12" dur="82" tmFilter="0, 0; 0.125,0.2665; 0.25,0.4; 0.375,0.465; 0.5,0.5;  0.625,0.535; 0.75,0.6; 0.875,0.7335; 1,1">
                                          <p:stCondLst>
                                            <p:cond delay="828"/>
                                          </p:stCondLst>
                                        </p:cTn>
                                        <p:tgtEl>
                                          <p:spTgt spid="31"/>
                                        </p:tgtEl>
                                        <p:attrNameLst>
                                          <p:attrName>ppt_y</p:attrName>
                                        </p:attrNameLst>
                                      </p:cBhvr>
                                      <p:tavLst>
                                        <p:tav tm="0" fmla="#ppt_y-sin(pi*$)/81">
                                          <p:val>
                                            <p:fltVal val="0"/>
                                          </p:val>
                                        </p:tav>
                                        <p:tav tm="100000">
                                          <p:val>
                                            <p:fltVal val="1"/>
                                          </p:val>
                                        </p:tav>
                                      </p:tavLst>
                                    </p:anim>
                                    <p:animScale>
                                      <p:cBhvr>
                                        <p:cTn id="13" dur="13">
                                          <p:stCondLst>
                                            <p:cond delay="325"/>
                                          </p:stCondLst>
                                        </p:cTn>
                                        <p:tgtEl>
                                          <p:spTgt spid="31"/>
                                        </p:tgtEl>
                                      </p:cBhvr>
                                      <p:to x="100000" y="60000"/>
                                    </p:animScale>
                                    <p:animScale>
                                      <p:cBhvr>
                                        <p:cTn id="14" dur="83" decel="50000">
                                          <p:stCondLst>
                                            <p:cond delay="338"/>
                                          </p:stCondLst>
                                        </p:cTn>
                                        <p:tgtEl>
                                          <p:spTgt spid="31"/>
                                        </p:tgtEl>
                                      </p:cBhvr>
                                      <p:to x="100000" y="100000"/>
                                    </p:animScale>
                                    <p:animScale>
                                      <p:cBhvr>
                                        <p:cTn id="15" dur="13">
                                          <p:stCondLst>
                                            <p:cond delay="656"/>
                                          </p:stCondLst>
                                        </p:cTn>
                                        <p:tgtEl>
                                          <p:spTgt spid="31"/>
                                        </p:tgtEl>
                                      </p:cBhvr>
                                      <p:to x="100000" y="80000"/>
                                    </p:animScale>
                                    <p:animScale>
                                      <p:cBhvr>
                                        <p:cTn id="16" dur="83" decel="50000">
                                          <p:stCondLst>
                                            <p:cond delay="669"/>
                                          </p:stCondLst>
                                        </p:cTn>
                                        <p:tgtEl>
                                          <p:spTgt spid="31"/>
                                        </p:tgtEl>
                                      </p:cBhvr>
                                      <p:to x="100000" y="100000"/>
                                    </p:animScale>
                                    <p:animScale>
                                      <p:cBhvr>
                                        <p:cTn id="17" dur="13">
                                          <p:stCondLst>
                                            <p:cond delay="821"/>
                                          </p:stCondLst>
                                        </p:cTn>
                                        <p:tgtEl>
                                          <p:spTgt spid="31"/>
                                        </p:tgtEl>
                                      </p:cBhvr>
                                      <p:to x="100000" y="90000"/>
                                    </p:animScale>
                                    <p:animScale>
                                      <p:cBhvr>
                                        <p:cTn id="18" dur="83" decel="50000">
                                          <p:stCondLst>
                                            <p:cond delay="834"/>
                                          </p:stCondLst>
                                        </p:cTn>
                                        <p:tgtEl>
                                          <p:spTgt spid="31"/>
                                        </p:tgtEl>
                                      </p:cBhvr>
                                      <p:to x="100000" y="100000"/>
                                    </p:animScale>
                                    <p:animScale>
                                      <p:cBhvr>
                                        <p:cTn id="19" dur="13">
                                          <p:stCondLst>
                                            <p:cond delay="904"/>
                                          </p:stCondLst>
                                        </p:cTn>
                                        <p:tgtEl>
                                          <p:spTgt spid="31"/>
                                        </p:tgtEl>
                                      </p:cBhvr>
                                      <p:to x="100000" y="95000"/>
                                    </p:animScale>
                                    <p:animScale>
                                      <p:cBhvr>
                                        <p:cTn id="20" dur="83" decel="50000">
                                          <p:stCondLst>
                                            <p:cond delay="917"/>
                                          </p:stCondLst>
                                        </p:cTn>
                                        <p:tgtEl>
                                          <p:spTgt spid="31"/>
                                        </p:tgtEl>
                                      </p:cBhvr>
                                      <p:to x="100000" y="100000"/>
                                    </p:animScale>
                                  </p:childTnLst>
                                </p:cTn>
                              </p:par>
                            </p:childTnLst>
                          </p:cTn>
                        </p:par>
                        <p:par>
                          <p:cTn id="21" fill="hold">
                            <p:stCondLst>
                              <p:cond delay="1000"/>
                            </p:stCondLst>
                            <p:childTnLst>
                              <p:par>
                                <p:cTn id="22" presetID="2" presetClass="entr" presetSubtype="4"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 calcmode="lin" valueType="num">
                                      <p:cBhvr additive="base">
                                        <p:cTn id="24" dur="2000" fill="hold"/>
                                        <p:tgtEl>
                                          <p:spTgt spid="34"/>
                                        </p:tgtEl>
                                        <p:attrNameLst>
                                          <p:attrName>ppt_x</p:attrName>
                                        </p:attrNameLst>
                                      </p:cBhvr>
                                      <p:tavLst>
                                        <p:tav tm="0">
                                          <p:val>
                                            <p:strVal val="#ppt_x"/>
                                          </p:val>
                                        </p:tav>
                                        <p:tav tm="100000">
                                          <p:val>
                                            <p:strVal val="#ppt_x"/>
                                          </p:val>
                                        </p:tav>
                                      </p:tavLst>
                                    </p:anim>
                                    <p:anim calcmode="lin" valueType="num">
                                      <p:cBhvr additive="base">
                                        <p:cTn id="25" dur="2000" fill="hold"/>
                                        <p:tgtEl>
                                          <p:spTgt spid="34"/>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5"/>
                                        </p:tgtEl>
                                        <p:attrNameLst>
                                          <p:attrName>style.visibility</p:attrName>
                                        </p:attrNameLst>
                                      </p:cBhvr>
                                      <p:to>
                                        <p:strVal val="visible"/>
                                      </p:to>
                                    </p:set>
                                    <p:anim calcmode="lin" valueType="num">
                                      <p:cBhvr additive="base">
                                        <p:cTn id="28" dur="2000" fill="hold"/>
                                        <p:tgtEl>
                                          <p:spTgt spid="35"/>
                                        </p:tgtEl>
                                        <p:attrNameLst>
                                          <p:attrName>ppt_x</p:attrName>
                                        </p:attrNameLst>
                                      </p:cBhvr>
                                      <p:tavLst>
                                        <p:tav tm="0">
                                          <p:val>
                                            <p:strVal val="#ppt_x"/>
                                          </p:val>
                                        </p:tav>
                                        <p:tav tm="100000">
                                          <p:val>
                                            <p:strVal val="#ppt_x"/>
                                          </p:val>
                                        </p:tav>
                                      </p:tavLst>
                                    </p:anim>
                                    <p:anim calcmode="lin" valueType="num">
                                      <p:cBhvr additive="base">
                                        <p:cTn id="29" dur="2000" fill="hold"/>
                                        <p:tgtEl>
                                          <p:spTgt spid="35"/>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36"/>
                                        </p:tgtEl>
                                        <p:attrNameLst>
                                          <p:attrName>style.visibility</p:attrName>
                                        </p:attrNameLst>
                                      </p:cBhvr>
                                      <p:to>
                                        <p:strVal val="visible"/>
                                      </p:to>
                                    </p:set>
                                    <p:anim calcmode="lin" valueType="num">
                                      <p:cBhvr additive="base">
                                        <p:cTn id="32" dur="2000" fill="hold"/>
                                        <p:tgtEl>
                                          <p:spTgt spid="36"/>
                                        </p:tgtEl>
                                        <p:attrNameLst>
                                          <p:attrName>ppt_x</p:attrName>
                                        </p:attrNameLst>
                                      </p:cBhvr>
                                      <p:tavLst>
                                        <p:tav tm="0">
                                          <p:val>
                                            <p:strVal val="#ppt_x"/>
                                          </p:val>
                                        </p:tav>
                                        <p:tav tm="100000">
                                          <p:val>
                                            <p:strVal val="#ppt_x"/>
                                          </p:val>
                                        </p:tav>
                                      </p:tavLst>
                                    </p:anim>
                                    <p:anim calcmode="lin" valueType="num">
                                      <p:cBhvr additive="base">
                                        <p:cTn id="33" dur="2000" fill="hold"/>
                                        <p:tgtEl>
                                          <p:spTgt spid="36"/>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37"/>
                                        </p:tgtEl>
                                        <p:attrNameLst>
                                          <p:attrName>style.visibility</p:attrName>
                                        </p:attrNameLst>
                                      </p:cBhvr>
                                      <p:to>
                                        <p:strVal val="visible"/>
                                      </p:to>
                                    </p:set>
                                    <p:anim calcmode="lin" valueType="num">
                                      <p:cBhvr additive="base">
                                        <p:cTn id="36" dur="2000" fill="hold"/>
                                        <p:tgtEl>
                                          <p:spTgt spid="37"/>
                                        </p:tgtEl>
                                        <p:attrNameLst>
                                          <p:attrName>ppt_x</p:attrName>
                                        </p:attrNameLst>
                                      </p:cBhvr>
                                      <p:tavLst>
                                        <p:tav tm="0">
                                          <p:val>
                                            <p:strVal val="#ppt_x"/>
                                          </p:val>
                                        </p:tav>
                                        <p:tav tm="100000">
                                          <p:val>
                                            <p:strVal val="#ppt_x"/>
                                          </p:val>
                                        </p:tav>
                                      </p:tavLst>
                                    </p:anim>
                                    <p:anim calcmode="lin" valueType="num">
                                      <p:cBhvr additive="base">
                                        <p:cTn id="37" dur="2000" fill="hold"/>
                                        <p:tgtEl>
                                          <p:spTgt spid="37"/>
                                        </p:tgtEl>
                                        <p:attrNameLst>
                                          <p:attrName>ppt_y</p:attrName>
                                        </p:attrNameLst>
                                      </p:cBhvr>
                                      <p:tavLst>
                                        <p:tav tm="0">
                                          <p:val>
                                            <p:strVal val="1+#ppt_h/2"/>
                                          </p:val>
                                        </p:tav>
                                        <p:tav tm="100000">
                                          <p:val>
                                            <p:strVal val="#ppt_y"/>
                                          </p:val>
                                        </p:tav>
                                      </p:tavLst>
                                    </p:anim>
                                  </p:childTnLst>
                                </p:cTn>
                              </p:par>
                              <p:par>
                                <p:cTn id="38" presetID="2" presetClass="entr" presetSubtype="4"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 calcmode="lin" valueType="num">
                                      <p:cBhvr additive="base">
                                        <p:cTn id="40" dur="2000" fill="hold"/>
                                        <p:tgtEl>
                                          <p:spTgt spid="38"/>
                                        </p:tgtEl>
                                        <p:attrNameLst>
                                          <p:attrName>ppt_x</p:attrName>
                                        </p:attrNameLst>
                                      </p:cBhvr>
                                      <p:tavLst>
                                        <p:tav tm="0">
                                          <p:val>
                                            <p:strVal val="#ppt_x"/>
                                          </p:val>
                                        </p:tav>
                                        <p:tav tm="100000">
                                          <p:val>
                                            <p:strVal val="#ppt_x"/>
                                          </p:val>
                                        </p:tav>
                                      </p:tavLst>
                                    </p:anim>
                                    <p:anim calcmode="lin" valueType="num">
                                      <p:cBhvr additive="base">
                                        <p:cTn id="41" dur="2000" fill="hold"/>
                                        <p:tgtEl>
                                          <p:spTgt spid="38"/>
                                        </p:tgtEl>
                                        <p:attrNameLst>
                                          <p:attrName>ppt_y</p:attrName>
                                        </p:attrNameLst>
                                      </p:cBhvr>
                                      <p:tavLst>
                                        <p:tav tm="0">
                                          <p:val>
                                            <p:strVal val="1+#ppt_h/2"/>
                                          </p:val>
                                        </p:tav>
                                        <p:tav tm="100000">
                                          <p:val>
                                            <p:strVal val="#ppt_y"/>
                                          </p:val>
                                        </p:tav>
                                      </p:tavLst>
                                    </p:anim>
                                  </p:childTnLst>
                                </p:cTn>
                              </p:par>
                              <p:par>
                                <p:cTn id="42" presetID="2" presetClass="entr" presetSubtype="4" fill="hold" grpId="0" nodeType="withEffect">
                                  <p:stCondLst>
                                    <p:cond delay="0"/>
                                  </p:stCondLst>
                                  <p:childTnLst>
                                    <p:set>
                                      <p:cBhvr>
                                        <p:cTn id="43" dur="1" fill="hold">
                                          <p:stCondLst>
                                            <p:cond delay="0"/>
                                          </p:stCondLst>
                                        </p:cTn>
                                        <p:tgtEl>
                                          <p:spTgt spid="39"/>
                                        </p:tgtEl>
                                        <p:attrNameLst>
                                          <p:attrName>style.visibility</p:attrName>
                                        </p:attrNameLst>
                                      </p:cBhvr>
                                      <p:to>
                                        <p:strVal val="visible"/>
                                      </p:to>
                                    </p:set>
                                    <p:anim calcmode="lin" valueType="num">
                                      <p:cBhvr additive="base">
                                        <p:cTn id="44" dur="2000" fill="hold"/>
                                        <p:tgtEl>
                                          <p:spTgt spid="39"/>
                                        </p:tgtEl>
                                        <p:attrNameLst>
                                          <p:attrName>ppt_x</p:attrName>
                                        </p:attrNameLst>
                                      </p:cBhvr>
                                      <p:tavLst>
                                        <p:tav tm="0">
                                          <p:val>
                                            <p:strVal val="#ppt_x"/>
                                          </p:val>
                                        </p:tav>
                                        <p:tav tm="100000">
                                          <p:val>
                                            <p:strVal val="#ppt_x"/>
                                          </p:val>
                                        </p:tav>
                                      </p:tavLst>
                                    </p:anim>
                                    <p:anim calcmode="lin" valueType="num">
                                      <p:cBhvr additive="base">
                                        <p:cTn id="45" dur="2000" fill="hold"/>
                                        <p:tgtEl>
                                          <p:spTgt spid="39"/>
                                        </p:tgtEl>
                                        <p:attrNameLst>
                                          <p:attrName>ppt_y</p:attrName>
                                        </p:attrNameLst>
                                      </p:cBhvr>
                                      <p:tavLst>
                                        <p:tav tm="0">
                                          <p:val>
                                            <p:strVal val="1+#ppt_h/2"/>
                                          </p:val>
                                        </p:tav>
                                        <p:tav tm="100000">
                                          <p:val>
                                            <p:strVal val="#ppt_y"/>
                                          </p:val>
                                        </p:tav>
                                      </p:tavLst>
                                    </p:anim>
                                  </p:childTnLst>
                                </p:cTn>
                              </p:par>
                              <p:par>
                                <p:cTn id="46" presetID="2" presetClass="entr" presetSubtype="4" fill="hold" grpId="0" nodeType="withEffect">
                                  <p:stCondLst>
                                    <p:cond delay="0"/>
                                  </p:stCondLst>
                                  <p:childTnLst>
                                    <p:set>
                                      <p:cBhvr>
                                        <p:cTn id="47" dur="1" fill="hold">
                                          <p:stCondLst>
                                            <p:cond delay="0"/>
                                          </p:stCondLst>
                                        </p:cTn>
                                        <p:tgtEl>
                                          <p:spTgt spid="40"/>
                                        </p:tgtEl>
                                        <p:attrNameLst>
                                          <p:attrName>style.visibility</p:attrName>
                                        </p:attrNameLst>
                                      </p:cBhvr>
                                      <p:to>
                                        <p:strVal val="visible"/>
                                      </p:to>
                                    </p:set>
                                    <p:anim calcmode="lin" valueType="num">
                                      <p:cBhvr additive="base">
                                        <p:cTn id="48" dur="2000" fill="hold"/>
                                        <p:tgtEl>
                                          <p:spTgt spid="40"/>
                                        </p:tgtEl>
                                        <p:attrNameLst>
                                          <p:attrName>ppt_x</p:attrName>
                                        </p:attrNameLst>
                                      </p:cBhvr>
                                      <p:tavLst>
                                        <p:tav tm="0">
                                          <p:val>
                                            <p:strVal val="#ppt_x"/>
                                          </p:val>
                                        </p:tav>
                                        <p:tav tm="100000">
                                          <p:val>
                                            <p:strVal val="#ppt_x"/>
                                          </p:val>
                                        </p:tav>
                                      </p:tavLst>
                                    </p:anim>
                                    <p:anim calcmode="lin" valueType="num">
                                      <p:cBhvr additive="base">
                                        <p:cTn id="49" dur="2000" fill="hold"/>
                                        <p:tgtEl>
                                          <p:spTgt spid="40"/>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0"/>
                                  </p:stCondLst>
                                  <p:childTnLst>
                                    <p:set>
                                      <p:cBhvr>
                                        <p:cTn id="51" dur="1" fill="hold">
                                          <p:stCondLst>
                                            <p:cond delay="0"/>
                                          </p:stCondLst>
                                        </p:cTn>
                                        <p:tgtEl>
                                          <p:spTgt spid="41"/>
                                        </p:tgtEl>
                                        <p:attrNameLst>
                                          <p:attrName>style.visibility</p:attrName>
                                        </p:attrNameLst>
                                      </p:cBhvr>
                                      <p:to>
                                        <p:strVal val="visible"/>
                                      </p:to>
                                    </p:set>
                                    <p:anim calcmode="lin" valueType="num">
                                      <p:cBhvr additive="base">
                                        <p:cTn id="52" dur="2000" fill="hold"/>
                                        <p:tgtEl>
                                          <p:spTgt spid="41"/>
                                        </p:tgtEl>
                                        <p:attrNameLst>
                                          <p:attrName>ppt_x</p:attrName>
                                        </p:attrNameLst>
                                      </p:cBhvr>
                                      <p:tavLst>
                                        <p:tav tm="0">
                                          <p:val>
                                            <p:strVal val="#ppt_x"/>
                                          </p:val>
                                        </p:tav>
                                        <p:tav tm="100000">
                                          <p:val>
                                            <p:strVal val="#ppt_x"/>
                                          </p:val>
                                        </p:tav>
                                      </p:tavLst>
                                    </p:anim>
                                    <p:anim calcmode="lin" valueType="num">
                                      <p:cBhvr additive="base">
                                        <p:cTn id="53" dur="2000" fill="hold"/>
                                        <p:tgtEl>
                                          <p:spTgt spid="41"/>
                                        </p:tgtEl>
                                        <p:attrNameLst>
                                          <p:attrName>ppt_y</p:attrName>
                                        </p:attrNameLst>
                                      </p:cBhvr>
                                      <p:tavLst>
                                        <p:tav tm="0">
                                          <p:val>
                                            <p:strVal val="1+#ppt_h/2"/>
                                          </p:val>
                                        </p:tav>
                                        <p:tav tm="100000">
                                          <p:val>
                                            <p:strVal val="#ppt_y"/>
                                          </p:val>
                                        </p:tav>
                                      </p:tavLst>
                                    </p:anim>
                                  </p:childTnLst>
                                </p:cTn>
                              </p:par>
                              <p:par>
                                <p:cTn id="54" presetID="2" presetClass="entr" presetSubtype="4"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 calcmode="lin" valueType="num">
                                      <p:cBhvr additive="base">
                                        <p:cTn id="56" dur="2000" fill="hold"/>
                                        <p:tgtEl>
                                          <p:spTgt spid="42"/>
                                        </p:tgtEl>
                                        <p:attrNameLst>
                                          <p:attrName>ppt_x</p:attrName>
                                        </p:attrNameLst>
                                      </p:cBhvr>
                                      <p:tavLst>
                                        <p:tav tm="0">
                                          <p:val>
                                            <p:strVal val="#ppt_x"/>
                                          </p:val>
                                        </p:tav>
                                        <p:tav tm="100000">
                                          <p:val>
                                            <p:strVal val="#ppt_x"/>
                                          </p:val>
                                        </p:tav>
                                      </p:tavLst>
                                    </p:anim>
                                    <p:anim calcmode="lin" valueType="num">
                                      <p:cBhvr additive="base">
                                        <p:cTn id="57" dur="2000" fill="hold"/>
                                        <p:tgtEl>
                                          <p:spTgt spid="42"/>
                                        </p:tgtEl>
                                        <p:attrNameLst>
                                          <p:attrName>ppt_y</p:attrName>
                                        </p:attrNameLst>
                                      </p:cBhvr>
                                      <p:tavLst>
                                        <p:tav tm="0">
                                          <p:val>
                                            <p:strVal val="1+#ppt_h/2"/>
                                          </p:val>
                                        </p:tav>
                                        <p:tav tm="100000">
                                          <p:val>
                                            <p:strVal val="#ppt_y"/>
                                          </p:val>
                                        </p:tav>
                                      </p:tavLst>
                                    </p:anim>
                                  </p:childTnLst>
                                </p:cTn>
                              </p:par>
                              <p:par>
                                <p:cTn id="58" presetID="2" presetClass="entr" presetSubtype="4" fill="hold" grpId="0" nodeType="withEffect">
                                  <p:stCondLst>
                                    <p:cond delay="0"/>
                                  </p:stCondLst>
                                  <p:childTnLst>
                                    <p:set>
                                      <p:cBhvr>
                                        <p:cTn id="59" dur="1" fill="hold">
                                          <p:stCondLst>
                                            <p:cond delay="0"/>
                                          </p:stCondLst>
                                        </p:cTn>
                                        <p:tgtEl>
                                          <p:spTgt spid="55"/>
                                        </p:tgtEl>
                                        <p:attrNameLst>
                                          <p:attrName>style.visibility</p:attrName>
                                        </p:attrNameLst>
                                      </p:cBhvr>
                                      <p:to>
                                        <p:strVal val="visible"/>
                                      </p:to>
                                    </p:set>
                                    <p:anim calcmode="lin" valueType="num">
                                      <p:cBhvr additive="base">
                                        <p:cTn id="60" dur="2000" fill="hold"/>
                                        <p:tgtEl>
                                          <p:spTgt spid="55"/>
                                        </p:tgtEl>
                                        <p:attrNameLst>
                                          <p:attrName>ppt_x</p:attrName>
                                        </p:attrNameLst>
                                      </p:cBhvr>
                                      <p:tavLst>
                                        <p:tav tm="0">
                                          <p:val>
                                            <p:strVal val="#ppt_x"/>
                                          </p:val>
                                        </p:tav>
                                        <p:tav tm="100000">
                                          <p:val>
                                            <p:strVal val="#ppt_x"/>
                                          </p:val>
                                        </p:tav>
                                      </p:tavLst>
                                    </p:anim>
                                    <p:anim calcmode="lin" valueType="num">
                                      <p:cBhvr additive="base">
                                        <p:cTn id="61" dur="2000" fill="hold"/>
                                        <p:tgtEl>
                                          <p:spTgt spid="55"/>
                                        </p:tgtEl>
                                        <p:attrNameLst>
                                          <p:attrName>ppt_y</p:attrName>
                                        </p:attrNameLst>
                                      </p:cBhvr>
                                      <p:tavLst>
                                        <p:tav tm="0">
                                          <p:val>
                                            <p:strVal val="1+#ppt_h/2"/>
                                          </p:val>
                                        </p:tav>
                                        <p:tav tm="100000">
                                          <p:val>
                                            <p:strVal val="#ppt_y"/>
                                          </p:val>
                                        </p:tav>
                                      </p:tavLst>
                                    </p:anim>
                                  </p:childTnLst>
                                </p:cTn>
                              </p:par>
                              <p:par>
                                <p:cTn id="62" presetID="2" presetClass="entr" presetSubtype="4" fill="hold" grpId="0" nodeType="withEffect">
                                  <p:stCondLst>
                                    <p:cond delay="0"/>
                                  </p:stCondLst>
                                  <p:childTnLst>
                                    <p:set>
                                      <p:cBhvr>
                                        <p:cTn id="63" dur="1" fill="hold">
                                          <p:stCondLst>
                                            <p:cond delay="0"/>
                                          </p:stCondLst>
                                        </p:cTn>
                                        <p:tgtEl>
                                          <p:spTgt spid="56"/>
                                        </p:tgtEl>
                                        <p:attrNameLst>
                                          <p:attrName>style.visibility</p:attrName>
                                        </p:attrNameLst>
                                      </p:cBhvr>
                                      <p:to>
                                        <p:strVal val="visible"/>
                                      </p:to>
                                    </p:set>
                                    <p:anim calcmode="lin" valueType="num">
                                      <p:cBhvr additive="base">
                                        <p:cTn id="64" dur="2000" fill="hold"/>
                                        <p:tgtEl>
                                          <p:spTgt spid="56"/>
                                        </p:tgtEl>
                                        <p:attrNameLst>
                                          <p:attrName>ppt_x</p:attrName>
                                        </p:attrNameLst>
                                      </p:cBhvr>
                                      <p:tavLst>
                                        <p:tav tm="0">
                                          <p:val>
                                            <p:strVal val="#ppt_x"/>
                                          </p:val>
                                        </p:tav>
                                        <p:tav tm="100000">
                                          <p:val>
                                            <p:strVal val="#ppt_x"/>
                                          </p:val>
                                        </p:tav>
                                      </p:tavLst>
                                    </p:anim>
                                    <p:anim calcmode="lin" valueType="num">
                                      <p:cBhvr additive="base">
                                        <p:cTn id="65" dur="2000" fill="hold"/>
                                        <p:tgtEl>
                                          <p:spTgt spid="56"/>
                                        </p:tgtEl>
                                        <p:attrNameLst>
                                          <p:attrName>ppt_y</p:attrName>
                                        </p:attrNameLst>
                                      </p:cBhvr>
                                      <p:tavLst>
                                        <p:tav tm="0">
                                          <p:val>
                                            <p:strVal val="1+#ppt_h/2"/>
                                          </p:val>
                                        </p:tav>
                                        <p:tav tm="100000">
                                          <p:val>
                                            <p:strVal val="#ppt_y"/>
                                          </p:val>
                                        </p:tav>
                                      </p:tavLst>
                                    </p:anim>
                                  </p:childTnLst>
                                </p:cTn>
                              </p:par>
                              <p:par>
                                <p:cTn id="66" presetID="2" presetClass="entr" presetSubtype="4"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 calcmode="lin" valueType="num">
                                      <p:cBhvr additive="base">
                                        <p:cTn id="68" dur="2000" fill="hold"/>
                                        <p:tgtEl>
                                          <p:spTgt spid="57"/>
                                        </p:tgtEl>
                                        <p:attrNameLst>
                                          <p:attrName>ppt_x</p:attrName>
                                        </p:attrNameLst>
                                      </p:cBhvr>
                                      <p:tavLst>
                                        <p:tav tm="0">
                                          <p:val>
                                            <p:strVal val="#ppt_x"/>
                                          </p:val>
                                        </p:tav>
                                        <p:tav tm="100000">
                                          <p:val>
                                            <p:strVal val="#ppt_x"/>
                                          </p:val>
                                        </p:tav>
                                      </p:tavLst>
                                    </p:anim>
                                    <p:anim calcmode="lin" valueType="num">
                                      <p:cBhvr additive="base">
                                        <p:cTn id="69" dur="2000" fill="hold"/>
                                        <p:tgtEl>
                                          <p:spTgt spid="57"/>
                                        </p:tgtEl>
                                        <p:attrNameLst>
                                          <p:attrName>ppt_y</p:attrName>
                                        </p:attrNameLst>
                                      </p:cBhvr>
                                      <p:tavLst>
                                        <p:tav tm="0">
                                          <p:val>
                                            <p:strVal val="1+#ppt_h/2"/>
                                          </p:val>
                                        </p:tav>
                                        <p:tav tm="100000">
                                          <p:val>
                                            <p:strVal val="#ppt_y"/>
                                          </p:val>
                                        </p:tav>
                                      </p:tavLst>
                                    </p:anim>
                                  </p:childTnLst>
                                </p:cTn>
                              </p:par>
                              <p:par>
                                <p:cTn id="70" presetID="2" presetClass="entr" presetSubtype="4" fill="hold" grpId="0" nodeType="withEffect">
                                  <p:stCondLst>
                                    <p:cond delay="0"/>
                                  </p:stCondLst>
                                  <p:childTnLst>
                                    <p:set>
                                      <p:cBhvr>
                                        <p:cTn id="71" dur="1" fill="hold">
                                          <p:stCondLst>
                                            <p:cond delay="0"/>
                                          </p:stCondLst>
                                        </p:cTn>
                                        <p:tgtEl>
                                          <p:spTgt spid="58"/>
                                        </p:tgtEl>
                                        <p:attrNameLst>
                                          <p:attrName>style.visibility</p:attrName>
                                        </p:attrNameLst>
                                      </p:cBhvr>
                                      <p:to>
                                        <p:strVal val="visible"/>
                                      </p:to>
                                    </p:set>
                                    <p:anim calcmode="lin" valueType="num">
                                      <p:cBhvr additive="base">
                                        <p:cTn id="72" dur="2000" fill="hold"/>
                                        <p:tgtEl>
                                          <p:spTgt spid="58"/>
                                        </p:tgtEl>
                                        <p:attrNameLst>
                                          <p:attrName>ppt_x</p:attrName>
                                        </p:attrNameLst>
                                      </p:cBhvr>
                                      <p:tavLst>
                                        <p:tav tm="0">
                                          <p:val>
                                            <p:strVal val="#ppt_x"/>
                                          </p:val>
                                        </p:tav>
                                        <p:tav tm="100000">
                                          <p:val>
                                            <p:strVal val="#ppt_x"/>
                                          </p:val>
                                        </p:tav>
                                      </p:tavLst>
                                    </p:anim>
                                    <p:anim calcmode="lin" valueType="num">
                                      <p:cBhvr additive="base">
                                        <p:cTn id="73" dur="2000" fill="hold"/>
                                        <p:tgtEl>
                                          <p:spTgt spid="58"/>
                                        </p:tgtEl>
                                        <p:attrNameLst>
                                          <p:attrName>ppt_y</p:attrName>
                                        </p:attrNameLst>
                                      </p:cBhvr>
                                      <p:tavLst>
                                        <p:tav tm="0">
                                          <p:val>
                                            <p:strVal val="1+#ppt_h/2"/>
                                          </p:val>
                                        </p:tav>
                                        <p:tav tm="100000">
                                          <p:val>
                                            <p:strVal val="#ppt_y"/>
                                          </p:val>
                                        </p:tav>
                                      </p:tavLst>
                                    </p:anim>
                                  </p:childTnLst>
                                </p:cTn>
                              </p:par>
                            </p:childTnLst>
                          </p:cTn>
                        </p:par>
                        <p:par>
                          <p:cTn id="74" fill="hold">
                            <p:stCondLst>
                              <p:cond delay="3000"/>
                            </p:stCondLst>
                            <p:childTnLst>
                              <p:par>
                                <p:cTn id="75" presetID="2" presetClass="entr" presetSubtype="4" fill="hold" grpId="0" nodeType="after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2000" fill="hold"/>
                                        <p:tgtEl>
                                          <p:spTgt spid="43"/>
                                        </p:tgtEl>
                                        <p:attrNameLst>
                                          <p:attrName>ppt_x</p:attrName>
                                        </p:attrNameLst>
                                      </p:cBhvr>
                                      <p:tavLst>
                                        <p:tav tm="0">
                                          <p:val>
                                            <p:strVal val="#ppt_x"/>
                                          </p:val>
                                        </p:tav>
                                        <p:tav tm="100000">
                                          <p:val>
                                            <p:strVal val="#ppt_x"/>
                                          </p:val>
                                        </p:tav>
                                      </p:tavLst>
                                    </p:anim>
                                    <p:anim calcmode="lin" valueType="num">
                                      <p:cBhvr additive="base">
                                        <p:cTn id="78" dur="2000" fill="hold"/>
                                        <p:tgtEl>
                                          <p:spTgt spid="43"/>
                                        </p:tgtEl>
                                        <p:attrNameLst>
                                          <p:attrName>ppt_y</p:attrName>
                                        </p:attrNameLst>
                                      </p:cBhvr>
                                      <p:tavLst>
                                        <p:tav tm="0">
                                          <p:val>
                                            <p:strVal val="1+#ppt_h/2"/>
                                          </p:val>
                                        </p:tav>
                                        <p:tav tm="100000">
                                          <p:val>
                                            <p:strVal val="#ppt_y"/>
                                          </p:val>
                                        </p:tav>
                                      </p:tavLst>
                                    </p:anim>
                                  </p:childTnLst>
                                </p:cTn>
                              </p:par>
                              <p:par>
                                <p:cTn id="79" presetID="2" presetClass="entr" presetSubtype="4" fill="hold" grpId="0" nodeType="withEffect">
                                  <p:stCondLst>
                                    <p:cond delay="0"/>
                                  </p:stCondLst>
                                  <p:childTnLst>
                                    <p:set>
                                      <p:cBhvr>
                                        <p:cTn id="80" dur="1" fill="hold">
                                          <p:stCondLst>
                                            <p:cond delay="0"/>
                                          </p:stCondLst>
                                        </p:cTn>
                                        <p:tgtEl>
                                          <p:spTgt spid="44"/>
                                        </p:tgtEl>
                                        <p:attrNameLst>
                                          <p:attrName>style.visibility</p:attrName>
                                        </p:attrNameLst>
                                      </p:cBhvr>
                                      <p:to>
                                        <p:strVal val="visible"/>
                                      </p:to>
                                    </p:set>
                                    <p:anim calcmode="lin" valueType="num">
                                      <p:cBhvr additive="base">
                                        <p:cTn id="81" dur="2000" fill="hold"/>
                                        <p:tgtEl>
                                          <p:spTgt spid="44"/>
                                        </p:tgtEl>
                                        <p:attrNameLst>
                                          <p:attrName>ppt_x</p:attrName>
                                        </p:attrNameLst>
                                      </p:cBhvr>
                                      <p:tavLst>
                                        <p:tav tm="0">
                                          <p:val>
                                            <p:strVal val="#ppt_x"/>
                                          </p:val>
                                        </p:tav>
                                        <p:tav tm="100000">
                                          <p:val>
                                            <p:strVal val="#ppt_x"/>
                                          </p:val>
                                        </p:tav>
                                      </p:tavLst>
                                    </p:anim>
                                    <p:anim calcmode="lin" valueType="num">
                                      <p:cBhvr additive="base">
                                        <p:cTn id="82" dur="2000" fill="hold"/>
                                        <p:tgtEl>
                                          <p:spTgt spid="44"/>
                                        </p:tgtEl>
                                        <p:attrNameLst>
                                          <p:attrName>ppt_y</p:attrName>
                                        </p:attrNameLst>
                                      </p:cBhvr>
                                      <p:tavLst>
                                        <p:tav tm="0">
                                          <p:val>
                                            <p:strVal val="1+#ppt_h/2"/>
                                          </p:val>
                                        </p:tav>
                                        <p:tav tm="100000">
                                          <p:val>
                                            <p:strVal val="#ppt_y"/>
                                          </p:val>
                                        </p:tav>
                                      </p:tavLst>
                                    </p:anim>
                                  </p:childTnLst>
                                </p:cTn>
                              </p:par>
                              <p:par>
                                <p:cTn id="83" presetID="2" presetClass="entr" presetSubtype="4"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anim calcmode="lin" valueType="num">
                                      <p:cBhvr additive="base">
                                        <p:cTn id="85" dur="2000" fill="hold"/>
                                        <p:tgtEl>
                                          <p:spTgt spid="45"/>
                                        </p:tgtEl>
                                        <p:attrNameLst>
                                          <p:attrName>ppt_x</p:attrName>
                                        </p:attrNameLst>
                                      </p:cBhvr>
                                      <p:tavLst>
                                        <p:tav tm="0">
                                          <p:val>
                                            <p:strVal val="#ppt_x"/>
                                          </p:val>
                                        </p:tav>
                                        <p:tav tm="100000">
                                          <p:val>
                                            <p:strVal val="#ppt_x"/>
                                          </p:val>
                                        </p:tav>
                                      </p:tavLst>
                                    </p:anim>
                                    <p:anim calcmode="lin" valueType="num">
                                      <p:cBhvr additive="base">
                                        <p:cTn id="86" dur="2000" fill="hold"/>
                                        <p:tgtEl>
                                          <p:spTgt spid="45"/>
                                        </p:tgtEl>
                                        <p:attrNameLst>
                                          <p:attrName>ppt_y</p:attrName>
                                        </p:attrNameLst>
                                      </p:cBhvr>
                                      <p:tavLst>
                                        <p:tav tm="0">
                                          <p:val>
                                            <p:strVal val="1+#ppt_h/2"/>
                                          </p:val>
                                        </p:tav>
                                        <p:tav tm="100000">
                                          <p:val>
                                            <p:strVal val="#ppt_y"/>
                                          </p:val>
                                        </p:tav>
                                      </p:tavLst>
                                    </p:anim>
                                  </p:childTnLst>
                                </p:cTn>
                              </p:par>
                              <p:par>
                                <p:cTn id="87" presetID="2" presetClass="entr" presetSubtype="4"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 calcmode="lin" valueType="num">
                                      <p:cBhvr additive="base">
                                        <p:cTn id="89" dur="2000" fill="hold"/>
                                        <p:tgtEl>
                                          <p:spTgt spid="46"/>
                                        </p:tgtEl>
                                        <p:attrNameLst>
                                          <p:attrName>ppt_x</p:attrName>
                                        </p:attrNameLst>
                                      </p:cBhvr>
                                      <p:tavLst>
                                        <p:tav tm="0">
                                          <p:val>
                                            <p:strVal val="#ppt_x"/>
                                          </p:val>
                                        </p:tav>
                                        <p:tav tm="100000">
                                          <p:val>
                                            <p:strVal val="#ppt_x"/>
                                          </p:val>
                                        </p:tav>
                                      </p:tavLst>
                                    </p:anim>
                                    <p:anim calcmode="lin" valueType="num">
                                      <p:cBhvr additive="base">
                                        <p:cTn id="90" dur="2000" fill="hold"/>
                                        <p:tgtEl>
                                          <p:spTgt spid="46"/>
                                        </p:tgtEl>
                                        <p:attrNameLst>
                                          <p:attrName>ppt_y</p:attrName>
                                        </p:attrNameLst>
                                      </p:cBhvr>
                                      <p:tavLst>
                                        <p:tav tm="0">
                                          <p:val>
                                            <p:strVal val="1+#ppt_h/2"/>
                                          </p:val>
                                        </p:tav>
                                        <p:tav tm="100000">
                                          <p:val>
                                            <p:strVal val="#ppt_y"/>
                                          </p:val>
                                        </p:tav>
                                      </p:tavLst>
                                    </p:anim>
                                  </p:childTnLst>
                                </p:cTn>
                              </p:par>
                              <p:par>
                                <p:cTn id="91" presetID="2" presetClass="entr" presetSubtype="4" fill="hold" grpId="0" nodeType="withEffect">
                                  <p:stCondLst>
                                    <p:cond delay="0"/>
                                  </p:stCondLst>
                                  <p:childTnLst>
                                    <p:set>
                                      <p:cBhvr>
                                        <p:cTn id="92" dur="1" fill="hold">
                                          <p:stCondLst>
                                            <p:cond delay="0"/>
                                          </p:stCondLst>
                                        </p:cTn>
                                        <p:tgtEl>
                                          <p:spTgt spid="59"/>
                                        </p:tgtEl>
                                        <p:attrNameLst>
                                          <p:attrName>style.visibility</p:attrName>
                                        </p:attrNameLst>
                                      </p:cBhvr>
                                      <p:to>
                                        <p:strVal val="visible"/>
                                      </p:to>
                                    </p:set>
                                    <p:anim calcmode="lin" valueType="num">
                                      <p:cBhvr additive="base">
                                        <p:cTn id="93" dur="2000" fill="hold"/>
                                        <p:tgtEl>
                                          <p:spTgt spid="59"/>
                                        </p:tgtEl>
                                        <p:attrNameLst>
                                          <p:attrName>ppt_x</p:attrName>
                                        </p:attrNameLst>
                                      </p:cBhvr>
                                      <p:tavLst>
                                        <p:tav tm="0">
                                          <p:val>
                                            <p:strVal val="#ppt_x"/>
                                          </p:val>
                                        </p:tav>
                                        <p:tav tm="100000">
                                          <p:val>
                                            <p:strVal val="#ppt_x"/>
                                          </p:val>
                                        </p:tav>
                                      </p:tavLst>
                                    </p:anim>
                                    <p:anim calcmode="lin" valueType="num">
                                      <p:cBhvr additive="base">
                                        <p:cTn id="94" dur="2000" fill="hold"/>
                                        <p:tgtEl>
                                          <p:spTgt spid="59"/>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60"/>
                                        </p:tgtEl>
                                        <p:attrNameLst>
                                          <p:attrName>style.visibility</p:attrName>
                                        </p:attrNameLst>
                                      </p:cBhvr>
                                      <p:to>
                                        <p:strVal val="visible"/>
                                      </p:to>
                                    </p:set>
                                    <p:anim calcmode="lin" valueType="num">
                                      <p:cBhvr additive="base">
                                        <p:cTn id="97" dur="2000" fill="hold"/>
                                        <p:tgtEl>
                                          <p:spTgt spid="60"/>
                                        </p:tgtEl>
                                        <p:attrNameLst>
                                          <p:attrName>ppt_x</p:attrName>
                                        </p:attrNameLst>
                                      </p:cBhvr>
                                      <p:tavLst>
                                        <p:tav tm="0">
                                          <p:val>
                                            <p:strVal val="#ppt_x"/>
                                          </p:val>
                                        </p:tav>
                                        <p:tav tm="100000">
                                          <p:val>
                                            <p:strVal val="#ppt_x"/>
                                          </p:val>
                                        </p:tav>
                                      </p:tavLst>
                                    </p:anim>
                                    <p:anim calcmode="lin" valueType="num">
                                      <p:cBhvr additive="base">
                                        <p:cTn id="98" dur="2000" fill="hold"/>
                                        <p:tgtEl>
                                          <p:spTgt spid="60"/>
                                        </p:tgtEl>
                                        <p:attrNameLst>
                                          <p:attrName>ppt_y</p:attrName>
                                        </p:attrNameLst>
                                      </p:cBhvr>
                                      <p:tavLst>
                                        <p:tav tm="0">
                                          <p:val>
                                            <p:strVal val="1+#ppt_h/2"/>
                                          </p:val>
                                        </p:tav>
                                        <p:tav tm="100000">
                                          <p:val>
                                            <p:strVal val="#ppt_y"/>
                                          </p:val>
                                        </p:tav>
                                      </p:tavLst>
                                    </p:anim>
                                  </p:childTnLst>
                                </p:cTn>
                              </p:par>
                              <p:par>
                                <p:cTn id="99" presetID="2" presetClass="entr" presetSubtype="4" fill="hold" grpId="0" nodeType="withEffect">
                                  <p:stCondLst>
                                    <p:cond delay="0"/>
                                  </p:stCondLst>
                                  <p:childTnLst>
                                    <p:set>
                                      <p:cBhvr>
                                        <p:cTn id="100" dur="1" fill="hold">
                                          <p:stCondLst>
                                            <p:cond delay="0"/>
                                          </p:stCondLst>
                                        </p:cTn>
                                        <p:tgtEl>
                                          <p:spTgt spid="61"/>
                                        </p:tgtEl>
                                        <p:attrNameLst>
                                          <p:attrName>style.visibility</p:attrName>
                                        </p:attrNameLst>
                                      </p:cBhvr>
                                      <p:to>
                                        <p:strVal val="visible"/>
                                      </p:to>
                                    </p:set>
                                    <p:anim calcmode="lin" valueType="num">
                                      <p:cBhvr additive="base">
                                        <p:cTn id="101" dur="2000" fill="hold"/>
                                        <p:tgtEl>
                                          <p:spTgt spid="61"/>
                                        </p:tgtEl>
                                        <p:attrNameLst>
                                          <p:attrName>ppt_x</p:attrName>
                                        </p:attrNameLst>
                                      </p:cBhvr>
                                      <p:tavLst>
                                        <p:tav tm="0">
                                          <p:val>
                                            <p:strVal val="#ppt_x"/>
                                          </p:val>
                                        </p:tav>
                                        <p:tav tm="100000">
                                          <p:val>
                                            <p:strVal val="#ppt_x"/>
                                          </p:val>
                                        </p:tav>
                                      </p:tavLst>
                                    </p:anim>
                                    <p:anim calcmode="lin" valueType="num">
                                      <p:cBhvr additive="base">
                                        <p:cTn id="102" dur="2000" fill="hold"/>
                                        <p:tgtEl>
                                          <p:spTgt spid="61"/>
                                        </p:tgtEl>
                                        <p:attrNameLst>
                                          <p:attrName>ppt_y</p:attrName>
                                        </p:attrNameLst>
                                      </p:cBhvr>
                                      <p:tavLst>
                                        <p:tav tm="0">
                                          <p:val>
                                            <p:strVal val="1+#ppt_h/2"/>
                                          </p:val>
                                        </p:tav>
                                        <p:tav tm="100000">
                                          <p:val>
                                            <p:strVal val="#ppt_y"/>
                                          </p:val>
                                        </p:tav>
                                      </p:tavLst>
                                    </p:anim>
                                  </p:childTnLst>
                                </p:cTn>
                              </p:par>
                              <p:par>
                                <p:cTn id="103" presetID="2" presetClass="entr" presetSubtype="4" fill="hold" grpId="0" nodeType="withEffect">
                                  <p:stCondLst>
                                    <p:cond delay="0"/>
                                  </p:stCondLst>
                                  <p:childTnLst>
                                    <p:set>
                                      <p:cBhvr>
                                        <p:cTn id="104" dur="1" fill="hold">
                                          <p:stCondLst>
                                            <p:cond delay="0"/>
                                          </p:stCondLst>
                                        </p:cTn>
                                        <p:tgtEl>
                                          <p:spTgt spid="62"/>
                                        </p:tgtEl>
                                        <p:attrNameLst>
                                          <p:attrName>style.visibility</p:attrName>
                                        </p:attrNameLst>
                                      </p:cBhvr>
                                      <p:to>
                                        <p:strVal val="visible"/>
                                      </p:to>
                                    </p:set>
                                    <p:anim calcmode="lin" valueType="num">
                                      <p:cBhvr additive="base">
                                        <p:cTn id="105" dur="2000" fill="hold"/>
                                        <p:tgtEl>
                                          <p:spTgt spid="62"/>
                                        </p:tgtEl>
                                        <p:attrNameLst>
                                          <p:attrName>ppt_x</p:attrName>
                                        </p:attrNameLst>
                                      </p:cBhvr>
                                      <p:tavLst>
                                        <p:tav tm="0">
                                          <p:val>
                                            <p:strVal val="#ppt_x"/>
                                          </p:val>
                                        </p:tav>
                                        <p:tav tm="100000">
                                          <p:val>
                                            <p:strVal val="#ppt_x"/>
                                          </p:val>
                                        </p:tav>
                                      </p:tavLst>
                                    </p:anim>
                                    <p:anim calcmode="lin" valueType="num">
                                      <p:cBhvr additive="base">
                                        <p:cTn id="106" dur="2000" fill="hold"/>
                                        <p:tgtEl>
                                          <p:spTgt spid="62"/>
                                        </p:tgtEl>
                                        <p:attrNameLst>
                                          <p:attrName>ppt_y</p:attrName>
                                        </p:attrNameLst>
                                      </p:cBhvr>
                                      <p:tavLst>
                                        <p:tav tm="0">
                                          <p:val>
                                            <p:strVal val="1+#ppt_h/2"/>
                                          </p:val>
                                        </p:tav>
                                        <p:tav tm="100000">
                                          <p:val>
                                            <p:strVal val="#ppt_y"/>
                                          </p:val>
                                        </p:tav>
                                      </p:tavLst>
                                    </p:anim>
                                  </p:childTnLst>
                                </p:cTn>
                              </p:par>
                            </p:childTnLst>
                          </p:cTn>
                        </p:par>
                        <p:par>
                          <p:cTn id="107" fill="hold">
                            <p:stCondLst>
                              <p:cond delay="5000"/>
                            </p:stCondLst>
                            <p:childTnLst>
                              <p:par>
                                <p:cTn id="108" presetID="2" presetClass="entr" presetSubtype="4" fill="hold" grpId="0" nodeType="afterEffect">
                                  <p:stCondLst>
                                    <p:cond delay="0"/>
                                  </p:stCondLst>
                                  <p:childTnLst>
                                    <p:set>
                                      <p:cBhvr>
                                        <p:cTn id="109" dur="1" fill="hold">
                                          <p:stCondLst>
                                            <p:cond delay="0"/>
                                          </p:stCondLst>
                                        </p:cTn>
                                        <p:tgtEl>
                                          <p:spTgt spid="47"/>
                                        </p:tgtEl>
                                        <p:attrNameLst>
                                          <p:attrName>style.visibility</p:attrName>
                                        </p:attrNameLst>
                                      </p:cBhvr>
                                      <p:to>
                                        <p:strVal val="visible"/>
                                      </p:to>
                                    </p:set>
                                    <p:anim calcmode="lin" valueType="num">
                                      <p:cBhvr additive="base">
                                        <p:cTn id="110" dur="1000" fill="hold"/>
                                        <p:tgtEl>
                                          <p:spTgt spid="47"/>
                                        </p:tgtEl>
                                        <p:attrNameLst>
                                          <p:attrName>ppt_x</p:attrName>
                                        </p:attrNameLst>
                                      </p:cBhvr>
                                      <p:tavLst>
                                        <p:tav tm="0">
                                          <p:val>
                                            <p:strVal val="#ppt_x"/>
                                          </p:val>
                                        </p:tav>
                                        <p:tav tm="100000">
                                          <p:val>
                                            <p:strVal val="#ppt_x"/>
                                          </p:val>
                                        </p:tav>
                                      </p:tavLst>
                                    </p:anim>
                                    <p:anim calcmode="lin" valueType="num">
                                      <p:cBhvr additive="base">
                                        <p:cTn id="111" dur="1000" fill="hold"/>
                                        <p:tgtEl>
                                          <p:spTgt spid="47"/>
                                        </p:tgtEl>
                                        <p:attrNameLst>
                                          <p:attrName>ppt_y</p:attrName>
                                        </p:attrNameLst>
                                      </p:cBhvr>
                                      <p:tavLst>
                                        <p:tav tm="0">
                                          <p:val>
                                            <p:strVal val="1+#ppt_h/2"/>
                                          </p:val>
                                        </p:tav>
                                        <p:tav tm="100000">
                                          <p:val>
                                            <p:strVal val="#ppt_y"/>
                                          </p:val>
                                        </p:tav>
                                      </p:tavLst>
                                    </p:anim>
                                  </p:childTnLst>
                                </p:cTn>
                              </p:par>
                              <p:par>
                                <p:cTn id="112" presetID="2" presetClass="entr" presetSubtype="4" fill="hold" grpId="0" nodeType="withEffect">
                                  <p:stCondLst>
                                    <p:cond delay="0"/>
                                  </p:stCondLst>
                                  <p:childTnLst>
                                    <p:set>
                                      <p:cBhvr>
                                        <p:cTn id="113" dur="1" fill="hold">
                                          <p:stCondLst>
                                            <p:cond delay="0"/>
                                          </p:stCondLst>
                                        </p:cTn>
                                        <p:tgtEl>
                                          <p:spTgt spid="48"/>
                                        </p:tgtEl>
                                        <p:attrNameLst>
                                          <p:attrName>style.visibility</p:attrName>
                                        </p:attrNameLst>
                                      </p:cBhvr>
                                      <p:to>
                                        <p:strVal val="visible"/>
                                      </p:to>
                                    </p:set>
                                    <p:anim calcmode="lin" valueType="num">
                                      <p:cBhvr additive="base">
                                        <p:cTn id="114" dur="1000" fill="hold"/>
                                        <p:tgtEl>
                                          <p:spTgt spid="48"/>
                                        </p:tgtEl>
                                        <p:attrNameLst>
                                          <p:attrName>ppt_x</p:attrName>
                                        </p:attrNameLst>
                                      </p:cBhvr>
                                      <p:tavLst>
                                        <p:tav tm="0">
                                          <p:val>
                                            <p:strVal val="#ppt_x"/>
                                          </p:val>
                                        </p:tav>
                                        <p:tav tm="100000">
                                          <p:val>
                                            <p:strVal val="#ppt_x"/>
                                          </p:val>
                                        </p:tav>
                                      </p:tavLst>
                                    </p:anim>
                                    <p:anim calcmode="lin" valueType="num">
                                      <p:cBhvr additive="base">
                                        <p:cTn id="115" dur="1000" fill="hold"/>
                                        <p:tgtEl>
                                          <p:spTgt spid="48"/>
                                        </p:tgtEl>
                                        <p:attrNameLst>
                                          <p:attrName>ppt_y</p:attrName>
                                        </p:attrNameLst>
                                      </p:cBhvr>
                                      <p:tavLst>
                                        <p:tav tm="0">
                                          <p:val>
                                            <p:strVal val="1+#ppt_h/2"/>
                                          </p:val>
                                        </p:tav>
                                        <p:tav tm="100000">
                                          <p:val>
                                            <p:strVal val="#ppt_y"/>
                                          </p:val>
                                        </p:tav>
                                      </p:tavLst>
                                    </p:anim>
                                  </p:childTnLst>
                                </p:cTn>
                              </p:par>
                              <p:par>
                                <p:cTn id="116" presetID="2" presetClass="entr" presetSubtype="4" fill="hold" grpId="0" nodeType="withEffect">
                                  <p:stCondLst>
                                    <p:cond delay="0"/>
                                  </p:stCondLst>
                                  <p:childTnLst>
                                    <p:set>
                                      <p:cBhvr>
                                        <p:cTn id="117" dur="1" fill="hold">
                                          <p:stCondLst>
                                            <p:cond delay="0"/>
                                          </p:stCondLst>
                                        </p:cTn>
                                        <p:tgtEl>
                                          <p:spTgt spid="49"/>
                                        </p:tgtEl>
                                        <p:attrNameLst>
                                          <p:attrName>style.visibility</p:attrName>
                                        </p:attrNameLst>
                                      </p:cBhvr>
                                      <p:to>
                                        <p:strVal val="visible"/>
                                      </p:to>
                                    </p:set>
                                    <p:anim calcmode="lin" valueType="num">
                                      <p:cBhvr additive="base">
                                        <p:cTn id="118" dur="1000" fill="hold"/>
                                        <p:tgtEl>
                                          <p:spTgt spid="49"/>
                                        </p:tgtEl>
                                        <p:attrNameLst>
                                          <p:attrName>ppt_x</p:attrName>
                                        </p:attrNameLst>
                                      </p:cBhvr>
                                      <p:tavLst>
                                        <p:tav tm="0">
                                          <p:val>
                                            <p:strVal val="#ppt_x"/>
                                          </p:val>
                                        </p:tav>
                                        <p:tav tm="100000">
                                          <p:val>
                                            <p:strVal val="#ppt_x"/>
                                          </p:val>
                                        </p:tav>
                                      </p:tavLst>
                                    </p:anim>
                                    <p:anim calcmode="lin" valueType="num">
                                      <p:cBhvr additive="base">
                                        <p:cTn id="119" dur="1000" fill="hold"/>
                                        <p:tgtEl>
                                          <p:spTgt spid="49"/>
                                        </p:tgtEl>
                                        <p:attrNameLst>
                                          <p:attrName>ppt_y</p:attrName>
                                        </p:attrNameLst>
                                      </p:cBhvr>
                                      <p:tavLst>
                                        <p:tav tm="0">
                                          <p:val>
                                            <p:strVal val="1+#ppt_h/2"/>
                                          </p:val>
                                        </p:tav>
                                        <p:tav tm="100000">
                                          <p:val>
                                            <p:strVal val="#ppt_y"/>
                                          </p:val>
                                        </p:tav>
                                      </p:tavLst>
                                    </p:anim>
                                  </p:childTnLst>
                                </p:cTn>
                              </p:par>
                              <p:par>
                                <p:cTn id="120" presetID="2" presetClass="entr" presetSubtype="4" fill="hold" grpId="0" nodeType="withEffect">
                                  <p:stCondLst>
                                    <p:cond delay="0"/>
                                  </p:stCondLst>
                                  <p:childTnLst>
                                    <p:set>
                                      <p:cBhvr>
                                        <p:cTn id="121" dur="1" fill="hold">
                                          <p:stCondLst>
                                            <p:cond delay="0"/>
                                          </p:stCondLst>
                                        </p:cTn>
                                        <p:tgtEl>
                                          <p:spTgt spid="50"/>
                                        </p:tgtEl>
                                        <p:attrNameLst>
                                          <p:attrName>style.visibility</p:attrName>
                                        </p:attrNameLst>
                                      </p:cBhvr>
                                      <p:to>
                                        <p:strVal val="visible"/>
                                      </p:to>
                                    </p:set>
                                    <p:anim calcmode="lin" valueType="num">
                                      <p:cBhvr additive="base">
                                        <p:cTn id="122" dur="1000" fill="hold"/>
                                        <p:tgtEl>
                                          <p:spTgt spid="50"/>
                                        </p:tgtEl>
                                        <p:attrNameLst>
                                          <p:attrName>ppt_x</p:attrName>
                                        </p:attrNameLst>
                                      </p:cBhvr>
                                      <p:tavLst>
                                        <p:tav tm="0">
                                          <p:val>
                                            <p:strVal val="#ppt_x"/>
                                          </p:val>
                                        </p:tav>
                                        <p:tav tm="100000">
                                          <p:val>
                                            <p:strVal val="#ppt_x"/>
                                          </p:val>
                                        </p:tav>
                                      </p:tavLst>
                                    </p:anim>
                                    <p:anim calcmode="lin" valueType="num">
                                      <p:cBhvr additive="base">
                                        <p:cTn id="123" dur="1000" fill="hold"/>
                                        <p:tgtEl>
                                          <p:spTgt spid="50"/>
                                        </p:tgtEl>
                                        <p:attrNameLst>
                                          <p:attrName>ppt_y</p:attrName>
                                        </p:attrNameLst>
                                      </p:cBhvr>
                                      <p:tavLst>
                                        <p:tav tm="0">
                                          <p:val>
                                            <p:strVal val="1+#ppt_h/2"/>
                                          </p:val>
                                        </p:tav>
                                        <p:tav tm="100000">
                                          <p:val>
                                            <p:strVal val="#ppt_y"/>
                                          </p:val>
                                        </p:tav>
                                      </p:tavLst>
                                    </p:anim>
                                  </p:childTnLst>
                                </p:cTn>
                              </p:par>
                              <p:par>
                                <p:cTn id="124" presetID="2" presetClass="entr" presetSubtype="4" fill="hold" grpId="0" nodeType="withEffect">
                                  <p:stCondLst>
                                    <p:cond delay="0"/>
                                  </p:stCondLst>
                                  <p:childTnLst>
                                    <p:set>
                                      <p:cBhvr>
                                        <p:cTn id="125" dur="1" fill="hold">
                                          <p:stCondLst>
                                            <p:cond delay="0"/>
                                          </p:stCondLst>
                                        </p:cTn>
                                        <p:tgtEl>
                                          <p:spTgt spid="63"/>
                                        </p:tgtEl>
                                        <p:attrNameLst>
                                          <p:attrName>style.visibility</p:attrName>
                                        </p:attrNameLst>
                                      </p:cBhvr>
                                      <p:to>
                                        <p:strVal val="visible"/>
                                      </p:to>
                                    </p:set>
                                    <p:anim calcmode="lin" valueType="num">
                                      <p:cBhvr additive="base">
                                        <p:cTn id="126" dur="1000" fill="hold"/>
                                        <p:tgtEl>
                                          <p:spTgt spid="63"/>
                                        </p:tgtEl>
                                        <p:attrNameLst>
                                          <p:attrName>ppt_x</p:attrName>
                                        </p:attrNameLst>
                                      </p:cBhvr>
                                      <p:tavLst>
                                        <p:tav tm="0">
                                          <p:val>
                                            <p:strVal val="#ppt_x"/>
                                          </p:val>
                                        </p:tav>
                                        <p:tav tm="100000">
                                          <p:val>
                                            <p:strVal val="#ppt_x"/>
                                          </p:val>
                                        </p:tav>
                                      </p:tavLst>
                                    </p:anim>
                                    <p:anim calcmode="lin" valueType="num">
                                      <p:cBhvr additive="base">
                                        <p:cTn id="127" dur="1000" fill="hold"/>
                                        <p:tgtEl>
                                          <p:spTgt spid="63"/>
                                        </p:tgtEl>
                                        <p:attrNameLst>
                                          <p:attrName>ppt_y</p:attrName>
                                        </p:attrNameLst>
                                      </p:cBhvr>
                                      <p:tavLst>
                                        <p:tav tm="0">
                                          <p:val>
                                            <p:strVal val="1+#ppt_h/2"/>
                                          </p:val>
                                        </p:tav>
                                        <p:tav tm="100000">
                                          <p:val>
                                            <p:strVal val="#ppt_y"/>
                                          </p:val>
                                        </p:tav>
                                      </p:tavLst>
                                    </p:anim>
                                  </p:childTnLst>
                                </p:cTn>
                              </p:par>
                              <p:par>
                                <p:cTn id="128" presetID="2" presetClass="entr" presetSubtype="4" fill="hold" grpId="0" nodeType="withEffect">
                                  <p:stCondLst>
                                    <p:cond delay="0"/>
                                  </p:stCondLst>
                                  <p:childTnLst>
                                    <p:set>
                                      <p:cBhvr>
                                        <p:cTn id="129" dur="1" fill="hold">
                                          <p:stCondLst>
                                            <p:cond delay="0"/>
                                          </p:stCondLst>
                                        </p:cTn>
                                        <p:tgtEl>
                                          <p:spTgt spid="64"/>
                                        </p:tgtEl>
                                        <p:attrNameLst>
                                          <p:attrName>style.visibility</p:attrName>
                                        </p:attrNameLst>
                                      </p:cBhvr>
                                      <p:to>
                                        <p:strVal val="visible"/>
                                      </p:to>
                                    </p:set>
                                    <p:anim calcmode="lin" valueType="num">
                                      <p:cBhvr additive="base">
                                        <p:cTn id="130" dur="1000" fill="hold"/>
                                        <p:tgtEl>
                                          <p:spTgt spid="64"/>
                                        </p:tgtEl>
                                        <p:attrNameLst>
                                          <p:attrName>ppt_x</p:attrName>
                                        </p:attrNameLst>
                                      </p:cBhvr>
                                      <p:tavLst>
                                        <p:tav tm="0">
                                          <p:val>
                                            <p:strVal val="#ppt_x"/>
                                          </p:val>
                                        </p:tav>
                                        <p:tav tm="100000">
                                          <p:val>
                                            <p:strVal val="#ppt_x"/>
                                          </p:val>
                                        </p:tav>
                                      </p:tavLst>
                                    </p:anim>
                                    <p:anim calcmode="lin" valueType="num">
                                      <p:cBhvr additive="base">
                                        <p:cTn id="131" dur="1000" fill="hold"/>
                                        <p:tgtEl>
                                          <p:spTgt spid="64"/>
                                        </p:tgtEl>
                                        <p:attrNameLst>
                                          <p:attrName>ppt_y</p:attrName>
                                        </p:attrNameLst>
                                      </p:cBhvr>
                                      <p:tavLst>
                                        <p:tav tm="0">
                                          <p:val>
                                            <p:strVal val="1+#ppt_h/2"/>
                                          </p:val>
                                        </p:tav>
                                        <p:tav tm="100000">
                                          <p:val>
                                            <p:strVal val="#ppt_y"/>
                                          </p:val>
                                        </p:tav>
                                      </p:tavLst>
                                    </p:anim>
                                  </p:childTnLst>
                                </p:cTn>
                              </p:par>
                              <p:par>
                                <p:cTn id="132" presetID="2" presetClass="entr" presetSubtype="4" fill="hold" grpId="0" nodeType="withEffect">
                                  <p:stCondLst>
                                    <p:cond delay="0"/>
                                  </p:stCondLst>
                                  <p:childTnLst>
                                    <p:set>
                                      <p:cBhvr>
                                        <p:cTn id="133" dur="1" fill="hold">
                                          <p:stCondLst>
                                            <p:cond delay="0"/>
                                          </p:stCondLst>
                                        </p:cTn>
                                        <p:tgtEl>
                                          <p:spTgt spid="65"/>
                                        </p:tgtEl>
                                        <p:attrNameLst>
                                          <p:attrName>style.visibility</p:attrName>
                                        </p:attrNameLst>
                                      </p:cBhvr>
                                      <p:to>
                                        <p:strVal val="visible"/>
                                      </p:to>
                                    </p:set>
                                    <p:anim calcmode="lin" valueType="num">
                                      <p:cBhvr additive="base">
                                        <p:cTn id="134" dur="1000" fill="hold"/>
                                        <p:tgtEl>
                                          <p:spTgt spid="65"/>
                                        </p:tgtEl>
                                        <p:attrNameLst>
                                          <p:attrName>ppt_x</p:attrName>
                                        </p:attrNameLst>
                                      </p:cBhvr>
                                      <p:tavLst>
                                        <p:tav tm="0">
                                          <p:val>
                                            <p:strVal val="#ppt_x"/>
                                          </p:val>
                                        </p:tav>
                                        <p:tav tm="100000">
                                          <p:val>
                                            <p:strVal val="#ppt_x"/>
                                          </p:val>
                                        </p:tav>
                                      </p:tavLst>
                                    </p:anim>
                                    <p:anim calcmode="lin" valueType="num">
                                      <p:cBhvr additive="base">
                                        <p:cTn id="135" dur="1000" fill="hold"/>
                                        <p:tgtEl>
                                          <p:spTgt spid="65"/>
                                        </p:tgtEl>
                                        <p:attrNameLst>
                                          <p:attrName>ppt_y</p:attrName>
                                        </p:attrNameLst>
                                      </p:cBhvr>
                                      <p:tavLst>
                                        <p:tav tm="0">
                                          <p:val>
                                            <p:strVal val="1+#ppt_h/2"/>
                                          </p:val>
                                        </p:tav>
                                        <p:tav tm="100000">
                                          <p:val>
                                            <p:strVal val="#ppt_y"/>
                                          </p:val>
                                        </p:tav>
                                      </p:tavLst>
                                    </p:anim>
                                  </p:childTnLst>
                                </p:cTn>
                              </p:par>
                              <p:par>
                                <p:cTn id="136" presetID="2" presetClass="entr" presetSubtype="4" fill="hold" grpId="0" nodeType="withEffect">
                                  <p:stCondLst>
                                    <p:cond delay="0"/>
                                  </p:stCondLst>
                                  <p:childTnLst>
                                    <p:set>
                                      <p:cBhvr>
                                        <p:cTn id="137" dur="1" fill="hold">
                                          <p:stCondLst>
                                            <p:cond delay="0"/>
                                          </p:stCondLst>
                                        </p:cTn>
                                        <p:tgtEl>
                                          <p:spTgt spid="66"/>
                                        </p:tgtEl>
                                        <p:attrNameLst>
                                          <p:attrName>style.visibility</p:attrName>
                                        </p:attrNameLst>
                                      </p:cBhvr>
                                      <p:to>
                                        <p:strVal val="visible"/>
                                      </p:to>
                                    </p:set>
                                    <p:anim calcmode="lin" valueType="num">
                                      <p:cBhvr additive="base">
                                        <p:cTn id="138" dur="1000" fill="hold"/>
                                        <p:tgtEl>
                                          <p:spTgt spid="66"/>
                                        </p:tgtEl>
                                        <p:attrNameLst>
                                          <p:attrName>ppt_x</p:attrName>
                                        </p:attrNameLst>
                                      </p:cBhvr>
                                      <p:tavLst>
                                        <p:tav tm="0">
                                          <p:val>
                                            <p:strVal val="#ppt_x"/>
                                          </p:val>
                                        </p:tav>
                                        <p:tav tm="100000">
                                          <p:val>
                                            <p:strVal val="#ppt_x"/>
                                          </p:val>
                                        </p:tav>
                                      </p:tavLst>
                                    </p:anim>
                                    <p:anim calcmode="lin" valueType="num">
                                      <p:cBhvr additive="base">
                                        <p:cTn id="139" dur="1000" fill="hold"/>
                                        <p:tgtEl>
                                          <p:spTgt spid="66"/>
                                        </p:tgtEl>
                                        <p:attrNameLst>
                                          <p:attrName>ppt_y</p:attrName>
                                        </p:attrNameLst>
                                      </p:cBhvr>
                                      <p:tavLst>
                                        <p:tav tm="0">
                                          <p:val>
                                            <p:strVal val="1+#ppt_h/2"/>
                                          </p:val>
                                        </p:tav>
                                        <p:tav tm="100000">
                                          <p:val>
                                            <p:strVal val="#ppt_y"/>
                                          </p:val>
                                        </p:tav>
                                      </p:tavLst>
                                    </p:anim>
                                  </p:childTnLst>
                                </p:cTn>
                              </p:par>
                            </p:childTnLst>
                          </p:cTn>
                        </p:par>
                        <p:par>
                          <p:cTn id="140" fill="hold">
                            <p:stCondLst>
                              <p:cond delay="6000"/>
                            </p:stCondLst>
                            <p:childTnLst>
                              <p:par>
                                <p:cTn id="141" presetID="2" presetClass="entr" presetSubtype="4" fill="hold" grpId="0" nodeType="afterEffect">
                                  <p:stCondLst>
                                    <p:cond delay="0"/>
                                  </p:stCondLst>
                                  <p:childTnLst>
                                    <p:set>
                                      <p:cBhvr>
                                        <p:cTn id="142" dur="1" fill="hold">
                                          <p:stCondLst>
                                            <p:cond delay="0"/>
                                          </p:stCondLst>
                                        </p:cTn>
                                        <p:tgtEl>
                                          <p:spTgt spid="53"/>
                                        </p:tgtEl>
                                        <p:attrNameLst>
                                          <p:attrName>style.visibility</p:attrName>
                                        </p:attrNameLst>
                                      </p:cBhvr>
                                      <p:to>
                                        <p:strVal val="visible"/>
                                      </p:to>
                                    </p:set>
                                    <p:anim calcmode="lin" valueType="num">
                                      <p:cBhvr additive="base">
                                        <p:cTn id="143" dur="500" fill="hold"/>
                                        <p:tgtEl>
                                          <p:spTgt spid="53"/>
                                        </p:tgtEl>
                                        <p:attrNameLst>
                                          <p:attrName>ppt_x</p:attrName>
                                        </p:attrNameLst>
                                      </p:cBhvr>
                                      <p:tavLst>
                                        <p:tav tm="0">
                                          <p:val>
                                            <p:strVal val="#ppt_x"/>
                                          </p:val>
                                        </p:tav>
                                        <p:tav tm="100000">
                                          <p:val>
                                            <p:strVal val="#ppt_x"/>
                                          </p:val>
                                        </p:tav>
                                      </p:tavLst>
                                    </p:anim>
                                    <p:anim calcmode="lin" valueType="num">
                                      <p:cBhvr additive="base">
                                        <p:cTn id="144" dur="500" fill="hold"/>
                                        <p:tgtEl>
                                          <p:spTgt spid="53"/>
                                        </p:tgtEl>
                                        <p:attrNameLst>
                                          <p:attrName>ppt_y</p:attrName>
                                        </p:attrNameLst>
                                      </p:cBhvr>
                                      <p:tavLst>
                                        <p:tav tm="0">
                                          <p:val>
                                            <p:strVal val="1+#ppt_h/2"/>
                                          </p:val>
                                        </p:tav>
                                        <p:tav tm="100000">
                                          <p:val>
                                            <p:strVal val="#ppt_y"/>
                                          </p:val>
                                        </p:tav>
                                      </p:tavLst>
                                    </p:anim>
                                  </p:childTnLst>
                                </p:cTn>
                              </p:par>
                              <p:par>
                                <p:cTn id="145" presetID="2" presetClass="entr" presetSubtype="4" fill="hold" grpId="0" nodeType="withEffect">
                                  <p:stCondLst>
                                    <p:cond delay="0"/>
                                  </p:stCondLst>
                                  <p:childTnLst>
                                    <p:set>
                                      <p:cBhvr>
                                        <p:cTn id="146" dur="1" fill="hold">
                                          <p:stCondLst>
                                            <p:cond delay="0"/>
                                          </p:stCondLst>
                                        </p:cTn>
                                        <p:tgtEl>
                                          <p:spTgt spid="54"/>
                                        </p:tgtEl>
                                        <p:attrNameLst>
                                          <p:attrName>style.visibility</p:attrName>
                                        </p:attrNameLst>
                                      </p:cBhvr>
                                      <p:to>
                                        <p:strVal val="visible"/>
                                      </p:to>
                                    </p:set>
                                    <p:anim calcmode="lin" valueType="num">
                                      <p:cBhvr additive="base">
                                        <p:cTn id="147" dur="500" fill="hold"/>
                                        <p:tgtEl>
                                          <p:spTgt spid="54"/>
                                        </p:tgtEl>
                                        <p:attrNameLst>
                                          <p:attrName>ppt_x</p:attrName>
                                        </p:attrNameLst>
                                      </p:cBhvr>
                                      <p:tavLst>
                                        <p:tav tm="0">
                                          <p:val>
                                            <p:strVal val="#ppt_x"/>
                                          </p:val>
                                        </p:tav>
                                        <p:tav tm="100000">
                                          <p:val>
                                            <p:strVal val="#ppt_x"/>
                                          </p:val>
                                        </p:tav>
                                      </p:tavLst>
                                    </p:anim>
                                    <p:anim calcmode="lin" valueType="num">
                                      <p:cBhvr additive="base">
                                        <p:cTn id="148" dur="500" fill="hold"/>
                                        <p:tgtEl>
                                          <p:spTgt spid="54"/>
                                        </p:tgtEl>
                                        <p:attrNameLst>
                                          <p:attrName>ppt_y</p:attrName>
                                        </p:attrNameLst>
                                      </p:cBhvr>
                                      <p:tavLst>
                                        <p:tav tm="0">
                                          <p:val>
                                            <p:strVal val="1+#ppt_h/2"/>
                                          </p:val>
                                        </p:tav>
                                        <p:tav tm="100000">
                                          <p:val>
                                            <p:strVal val="#ppt_y"/>
                                          </p:val>
                                        </p:tav>
                                      </p:tavLst>
                                    </p:anim>
                                  </p:childTnLst>
                                </p:cTn>
                              </p:par>
                              <p:par>
                                <p:cTn id="149" presetID="2" presetClass="entr" presetSubtype="4" fill="hold" grpId="0" nodeType="withEffect">
                                  <p:stCondLst>
                                    <p:cond delay="0"/>
                                  </p:stCondLst>
                                  <p:childTnLst>
                                    <p:set>
                                      <p:cBhvr>
                                        <p:cTn id="150" dur="1" fill="hold">
                                          <p:stCondLst>
                                            <p:cond delay="0"/>
                                          </p:stCondLst>
                                        </p:cTn>
                                        <p:tgtEl>
                                          <p:spTgt spid="69"/>
                                        </p:tgtEl>
                                        <p:attrNameLst>
                                          <p:attrName>style.visibility</p:attrName>
                                        </p:attrNameLst>
                                      </p:cBhvr>
                                      <p:to>
                                        <p:strVal val="visible"/>
                                      </p:to>
                                    </p:set>
                                    <p:anim calcmode="lin" valueType="num">
                                      <p:cBhvr additive="base">
                                        <p:cTn id="151" dur="500" fill="hold"/>
                                        <p:tgtEl>
                                          <p:spTgt spid="69"/>
                                        </p:tgtEl>
                                        <p:attrNameLst>
                                          <p:attrName>ppt_x</p:attrName>
                                        </p:attrNameLst>
                                      </p:cBhvr>
                                      <p:tavLst>
                                        <p:tav tm="0">
                                          <p:val>
                                            <p:strVal val="#ppt_x"/>
                                          </p:val>
                                        </p:tav>
                                        <p:tav tm="100000">
                                          <p:val>
                                            <p:strVal val="#ppt_x"/>
                                          </p:val>
                                        </p:tav>
                                      </p:tavLst>
                                    </p:anim>
                                    <p:anim calcmode="lin" valueType="num">
                                      <p:cBhvr additive="base">
                                        <p:cTn id="152" dur="500" fill="hold"/>
                                        <p:tgtEl>
                                          <p:spTgt spid="69"/>
                                        </p:tgtEl>
                                        <p:attrNameLst>
                                          <p:attrName>ppt_y</p:attrName>
                                        </p:attrNameLst>
                                      </p:cBhvr>
                                      <p:tavLst>
                                        <p:tav tm="0">
                                          <p:val>
                                            <p:strVal val="1+#ppt_h/2"/>
                                          </p:val>
                                        </p:tav>
                                        <p:tav tm="100000">
                                          <p:val>
                                            <p:strVal val="#ppt_y"/>
                                          </p:val>
                                        </p:tav>
                                      </p:tavLst>
                                    </p:anim>
                                  </p:childTnLst>
                                </p:cTn>
                              </p:par>
                              <p:par>
                                <p:cTn id="153" presetID="2" presetClass="entr" presetSubtype="4" fill="hold" grpId="0" nodeType="withEffect">
                                  <p:stCondLst>
                                    <p:cond delay="0"/>
                                  </p:stCondLst>
                                  <p:childTnLst>
                                    <p:set>
                                      <p:cBhvr>
                                        <p:cTn id="154" dur="1" fill="hold">
                                          <p:stCondLst>
                                            <p:cond delay="0"/>
                                          </p:stCondLst>
                                        </p:cTn>
                                        <p:tgtEl>
                                          <p:spTgt spid="70"/>
                                        </p:tgtEl>
                                        <p:attrNameLst>
                                          <p:attrName>style.visibility</p:attrName>
                                        </p:attrNameLst>
                                      </p:cBhvr>
                                      <p:to>
                                        <p:strVal val="visible"/>
                                      </p:to>
                                    </p:set>
                                    <p:anim calcmode="lin" valueType="num">
                                      <p:cBhvr additive="base">
                                        <p:cTn id="155" dur="500" fill="hold"/>
                                        <p:tgtEl>
                                          <p:spTgt spid="70"/>
                                        </p:tgtEl>
                                        <p:attrNameLst>
                                          <p:attrName>ppt_x</p:attrName>
                                        </p:attrNameLst>
                                      </p:cBhvr>
                                      <p:tavLst>
                                        <p:tav tm="0">
                                          <p:val>
                                            <p:strVal val="#ppt_x"/>
                                          </p:val>
                                        </p:tav>
                                        <p:tav tm="100000">
                                          <p:val>
                                            <p:strVal val="#ppt_x"/>
                                          </p:val>
                                        </p:tav>
                                      </p:tavLst>
                                    </p:anim>
                                    <p:anim calcmode="lin" valueType="num">
                                      <p:cBhvr additive="base">
                                        <p:cTn id="156" dur="500" fill="hold"/>
                                        <p:tgtEl>
                                          <p:spTgt spid="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9" grpId="0" animBg="1"/>
      <p:bldP spid="7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54880" y="1506931"/>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circle(in)">
                                      <p:cBhvr>
                                        <p:cTn id="7" dur="2000"/>
                                        <p:tgtEl>
                                          <p:spTgt spid="3"/>
                                        </p:tgtEl>
                                      </p:cBhvr>
                                    </p:animEffect>
                                  </p:childTnLst>
                                </p:cTn>
                              </p:par>
                            </p:childTnLst>
                          </p:cTn>
                        </p:par>
                        <p:par>
                          <p:cTn id="8" fill="hold">
                            <p:stCondLst>
                              <p:cond delay="2000"/>
                            </p:stCondLst>
                            <p:childTnLst>
                              <p:par>
                                <p:cTn id="9" presetID="9" presetClass="entr" presetSubtype="0" fill="hold" grpId="0" nodeType="afterEffect">
                                  <p:stCondLst>
                                    <p:cond delay="6000"/>
                                  </p:stCondLst>
                                  <p:childTnLst>
                                    <p:set>
                                      <p:cBhvr>
                                        <p:cTn id="10" dur="1" fill="hold">
                                          <p:stCondLst>
                                            <p:cond delay="0"/>
                                          </p:stCondLst>
                                        </p:cTn>
                                        <p:tgtEl>
                                          <p:spTgt spid="15"/>
                                        </p:tgtEl>
                                        <p:attrNameLst>
                                          <p:attrName>style.visibility</p:attrName>
                                        </p:attrNameLst>
                                      </p:cBhvr>
                                      <p:to>
                                        <p:strVal val="visible"/>
                                      </p:to>
                                    </p:set>
                                    <p:animEffect transition="in" filter="dissolve">
                                      <p:cBhvr>
                                        <p:cTn id="11" dur="500"/>
                                        <p:tgtEl>
                                          <p:spTgt spid="15"/>
                                        </p:tgtEl>
                                      </p:cBhvr>
                                    </p:animEffect>
                                  </p:childTnLst>
                                </p:cTn>
                              </p:par>
                            </p:childTnLst>
                          </p:cTn>
                        </p:par>
                        <p:par>
                          <p:cTn id="12" fill="hold">
                            <p:stCondLst>
                              <p:cond delay="8500"/>
                            </p:stCondLst>
                            <p:childTnLst>
                              <p:par>
                                <p:cTn id="13" presetID="9"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dissolve">
                                      <p:cBhvr>
                                        <p:cTn id="15" dur="500"/>
                                        <p:tgtEl>
                                          <p:spTgt spid="16"/>
                                        </p:tgtEl>
                                      </p:cBhvr>
                                    </p:animEffect>
                                  </p:childTnLst>
                                </p:cTn>
                              </p:par>
                            </p:childTnLst>
                          </p:cTn>
                        </p:par>
                        <p:par>
                          <p:cTn id="16" fill="hold">
                            <p:stCondLst>
                              <p:cond delay="9000"/>
                            </p:stCondLst>
                            <p:childTnLst>
                              <p:par>
                                <p:cTn id="17" presetID="9" presetClass="entr" presetSubtype="0" fill="hold" grpId="0" nodeType="after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dissolve">
                                      <p:cBhvr>
                                        <p:cTn id="19" dur="500"/>
                                        <p:tgtEl>
                                          <p:spTgt spid="17"/>
                                        </p:tgtEl>
                                      </p:cBhvr>
                                    </p:animEffect>
                                  </p:childTnLst>
                                </p:cTn>
                              </p:par>
                            </p:childTnLst>
                          </p:cTn>
                        </p:par>
                        <p:par>
                          <p:cTn id="20" fill="hold">
                            <p:stCondLst>
                              <p:cond delay="9500"/>
                            </p:stCondLst>
                            <p:childTnLst>
                              <p:par>
                                <p:cTn id="21" presetID="9" presetClass="entr" presetSubtype="0" fill="hold" grpId="0" nodeType="after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dissolve">
                                      <p:cBhvr>
                                        <p:cTn id="23" dur="500"/>
                                        <p:tgtEl>
                                          <p:spTgt spid="18"/>
                                        </p:tgtEl>
                                      </p:cBhvr>
                                    </p:animEffect>
                                  </p:childTnLst>
                                </p:cTn>
                              </p:par>
                            </p:childTnLst>
                          </p:cTn>
                        </p:par>
                        <p:par>
                          <p:cTn id="24" fill="hold">
                            <p:stCondLst>
                              <p:cond delay="10000"/>
                            </p:stCondLst>
                            <p:childTnLst>
                              <p:par>
                                <p:cTn id="25" presetID="9" presetClass="entr" presetSubtype="0" fill="hold"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dissolve">
                                      <p:cBhvr>
                                        <p:cTn id="27" dur="500"/>
                                        <p:tgtEl>
                                          <p:spTgt spid="26"/>
                                        </p:tgtEl>
                                      </p:cBhvr>
                                    </p:animEffect>
                                  </p:childTnLst>
                                </p:cTn>
                              </p:par>
                            </p:childTnLst>
                          </p:cTn>
                        </p:par>
                        <p:par>
                          <p:cTn id="28" fill="hold">
                            <p:stCondLst>
                              <p:cond delay="10500"/>
                            </p:stCondLst>
                            <p:childTnLst>
                              <p:par>
                                <p:cTn id="29" presetID="9"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dissolve">
                                      <p:cBhvr>
                                        <p:cTn id="31" dur="500"/>
                                        <p:tgtEl>
                                          <p:spTgt spid="21"/>
                                        </p:tgtEl>
                                      </p:cBhvr>
                                    </p:animEffect>
                                  </p:childTnLst>
                                </p:cTn>
                              </p:par>
                            </p:childTnLst>
                          </p:cTn>
                        </p:par>
                        <p:par>
                          <p:cTn id="32" fill="hold">
                            <p:stCondLst>
                              <p:cond delay="11000"/>
                            </p:stCondLst>
                            <p:childTnLst>
                              <p:par>
                                <p:cTn id="33" presetID="9"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dissolve">
                                      <p:cBhvr>
                                        <p:cTn id="35" dur="500"/>
                                        <p:tgtEl>
                                          <p:spTgt spid="22"/>
                                        </p:tgtEl>
                                      </p:cBhvr>
                                    </p:animEffect>
                                  </p:childTnLst>
                                </p:cTn>
                              </p:par>
                            </p:childTnLst>
                          </p:cTn>
                        </p:par>
                        <p:par>
                          <p:cTn id="36" fill="hold">
                            <p:stCondLst>
                              <p:cond delay="11500"/>
                            </p:stCondLst>
                            <p:childTnLst>
                              <p:par>
                                <p:cTn id="37" presetID="2" presetClass="entr" presetSubtype="4"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 calcmode="lin" valueType="num">
                                      <p:cBhvr additive="base">
                                        <p:cTn id="39" dur="500" fill="hold"/>
                                        <p:tgtEl>
                                          <p:spTgt spid="24"/>
                                        </p:tgtEl>
                                        <p:attrNameLst>
                                          <p:attrName>ppt_x</p:attrName>
                                        </p:attrNameLst>
                                      </p:cBhvr>
                                      <p:tavLst>
                                        <p:tav tm="0">
                                          <p:val>
                                            <p:strVal val="#ppt_x"/>
                                          </p:val>
                                        </p:tav>
                                        <p:tav tm="100000">
                                          <p:val>
                                            <p:strVal val="#ppt_x"/>
                                          </p:val>
                                        </p:tav>
                                      </p:tavLst>
                                    </p:anim>
                                    <p:anim calcmode="lin" valueType="num">
                                      <p:cBhvr additive="base">
                                        <p:cTn id="40"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5" grpId="0" animBg="1"/>
      <p:bldP spid="16" grpId="0" animBg="1"/>
      <p:bldP spid="17" grpId="0" animBg="1"/>
      <p:bldP spid="18" grpId="0" animBg="1"/>
      <p:bldP spid="24" grpId="0" animBg="1"/>
      <p:bldP spid="21" grpId="0" animBg="1"/>
      <p:bldP spid="2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41164"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850"/>
                            </p:stCondLst>
                            <p:childTnLst>
                              <p:par>
                                <p:cTn id="13" presetID="9" presetClass="entr" presetSubtype="0" fill="hold" grpId="0" nodeType="afterEffect">
                                  <p:stCondLst>
                                    <p:cond delay="4000"/>
                                  </p:stCondLst>
                                  <p:childTnLst>
                                    <p:set>
                                      <p:cBhvr>
                                        <p:cTn id="14" dur="1" fill="hold">
                                          <p:stCondLst>
                                            <p:cond delay="0"/>
                                          </p:stCondLst>
                                        </p:cTn>
                                        <p:tgtEl>
                                          <p:spTgt spid="19"/>
                                        </p:tgtEl>
                                        <p:attrNameLst>
                                          <p:attrName>style.visibility</p:attrName>
                                        </p:attrNameLst>
                                      </p:cBhvr>
                                      <p:to>
                                        <p:strVal val="visible"/>
                                      </p:to>
                                    </p:set>
                                    <p:animEffect transition="in" filter="dissolve">
                                      <p:cBhvr>
                                        <p:cTn id="15" dur="500"/>
                                        <p:tgtEl>
                                          <p:spTgt spid="19"/>
                                        </p:tgtEl>
                                      </p:cBhvr>
                                    </p:animEffect>
                                  </p:childTnLst>
                                </p:cTn>
                              </p:par>
                            </p:childTnLst>
                          </p:cTn>
                        </p:par>
                        <p:par>
                          <p:cTn id="16" fill="hold">
                            <p:stCondLst>
                              <p:cond delay="5350"/>
                            </p:stCondLst>
                            <p:childTnLst>
                              <p:par>
                                <p:cTn id="17" presetID="9" presetClass="entr" presetSubtype="0" repeatCount="0" fill="hold" nodeType="after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dissolve">
                                      <p:cBhvr>
                                        <p:cTn id="19" dur="500"/>
                                        <p:tgtEl>
                                          <p:spTgt spid="27"/>
                                        </p:tgtEl>
                                      </p:cBhvr>
                                    </p:animEffect>
                                  </p:childTnLst>
                                </p:cTn>
                              </p:par>
                            </p:childTnLst>
                          </p:cTn>
                        </p:par>
                        <p:par>
                          <p:cTn id="20" fill="hold">
                            <p:stCondLst>
                              <p:cond delay="5850"/>
                            </p:stCondLst>
                            <p:childTnLst>
                              <p:par>
                                <p:cTn id="21" presetID="9" presetClass="entr" presetSubtype="0" repeatCount="0" fill="hold" grpId="0"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dissolve">
                                      <p:cBhvr>
                                        <p:cTn id="23" dur="500"/>
                                        <p:tgtEl>
                                          <p:spTgt spid="21"/>
                                        </p:tgtEl>
                                      </p:cBhvr>
                                    </p:animEffect>
                                  </p:childTnLst>
                                </p:cTn>
                              </p:par>
                            </p:childTnLst>
                          </p:cTn>
                        </p:par>
                        <p:par>
                          <p:cTn id="24" fill="hold">
                            <p:stCondLst>
                              <p:cond delay="6350"/>
                            </p:stCondLst>
                            <p:childTnLst>
                              <p:par>
                                <p:cTn id="25" presetID="9" presetClass="entr" presetSubtype="0" repeatCount="0"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dissolve">
                                      <p:cBhvr>
                                        <p:cTn id="27" dur="500"/>
                                        <p:tgtEl>
                                          <p:spTgt spid="22"/>
                                        </p:tgtEl>
                                      </p:cBhvr>
                                    </p:animEffect>
                                  </p:childTnLst>
                                </p:cTn>
                              </p:par>
                            </p:childTnLst>
                          </p:cTn>
                        </p:par>
                        <p:par>
                          <p:cTn id="28" fill="hold">
                            <p:stCondLst>
                              <p:cond delay="6850"/>
                            </p:stCondLst>
                            <p:childTnLst>
                              <p:par>
                                <p:cTn id="29" presetID="37" presetClass="entr" presetSubtype="0" fill="hold" nodeType="afterEffect">
                                  <p:stCondLst>
                                    <p:cond delay="1000"/>
                                  </p:stCondLst>
                                  <p:childTnLst>
                                    <p:set>
                                      <p:cBhvr>
                                        <p:cTn id="30" dur="1" fill="hold">
                                          <p:stCondLst>
                                            <p:cond delay="0"/>
                                          </p:stCondLst>
                                        </p:cTn>
                                        <p:tgtEl>
                                          <p:spTgt spid="24">
                                            <p:txEl>
                                              <p:pRg st="0" end="0"/>
                                            </p:txEl>
                                          </p:spTgt>
                                        </p:tgtEl>
                                        <p:attrNameLst>
                                          <p:attrName>style.visibility</p:attrName>
                                        </p:attrNameLst>
                                      </p:cBhvr>
                                      <p:to>
                                        <p:strVal val="visible"/>
                                      </p:to>
                                    </p:set>
                                    <p:animEffect transition="in" filter="fade">
                                      <p:cBhvr>
                                        <p:cTn id="31" dur="1000"/>
                                        <p:tgtEl>
                                          <p:spTgt spid="24">
                                            <p:txEl>
                                              <p:pRg st="0" end="0"/>
                                            </p:txEl>
                                          </p:spTgt>
                                        </p:tgtEl>
                                      </p:cBhvr>
                                    </p:animEffect>
                                    <p:anim calcmode="lin" valueType="num">
                                      <p:cBhvr>
                                        <p:cTn id="32" dur="1000" fill="hold"/>
                                        <p:tgtEl>
                                          <p:spTgt spid="24">
                                            <p:txEl>
                                              <p:pRg st="0" end="0"/>
                                            </p:txEl>
                                          </p:spTgt>
                                        </p:tgtEl>
                                        <p:attrNameLst>
                                          <p:attrName>ppt_x</p:attrName>
                                        </p:attrNameLst>
                                      </p:cBhvr>
                                      <p:tavLst>
                                        <p:tav tm="0">
                                          <p:val>
                                            <p:strVal val="#ppt_x"/>
                                          </p:val>
                                        </p:tav>
                                        <p:tav tm="100000">
                                          <p:val>
                                            <p:strVal val="#ppt_x"/>
                                          </p:val>
                                        </p:tav>
                                      </p:tavLst>
                                    </p:anim>
                                    <p:anim calcmode="lin" valueType="num">
                                      <p:cBhvr>
                                        <p:cTn id="33" dur="900" decel="100000" fill="hold"/>
                                        <p:tgtEl>
                                          <p:spTgt spid="24">
                                            <p:txEl>
                                              <p:pRg st="0" end="0"/>
                                            </p:txEl>
                                          </p:spTgt>
                                        </p:tgtEl>
                                        <p:attrNameLst>
                                          <p:attrName>ppt_y</p:attrName>
                                        </p:attrNameLst>
                                      </p:cBhvr>
                                      <p:tavLst>
                                        <p:tav tm="0">
                                          <p:val>
                                            <p:strVal val="#ppt_y+1"/>
                                          </p:val>
                                        </p:tav>
                                        <p:tav tm="100000">
                                          <p:val>
                                            <p:strVal val="#ppt_y-.03"/>
                                          </p:val>
                                        </p:tav>
                                      </p:tavLst>
                                    </p:anim>
                                    <p:anim calcmode="lin" valueType="num">
                                      <p:cBhvr>
                                        <p:cTn id="34" dur="100" accel="100000" fill="hold">
                                          <p:stCondLst>
                                            <p:cond delay="900"/>
                                          </p:stCondLst>
                                        </p:cTn>
                                        <p:tgtEl>
                                          <p:spTgt spid="24">
                                            <p:txEl>
                                              <p:pRg st="0" end="0"/>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9" grpId="0" animBg="1"/>
      <p:bldP spid="21" grpId="0" animBg="1"/>
      <p:bldP spid="2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0" nodeType="afterEffect">
                                  <p:stCondLst>
                                    <p:cond delay="0"/>
                                  </p:stCondLst>
                                  <p:iterate type="lt">
                                    <p:tmPct val="10000"/>
                                  </p:iterate>
                                  <p:childTnLst>
                                    <p:set>
                                      <p:cBhvr>
                                        <p:cTn id="6" dur="1" fill="hold">
                                          <p:stCondLst>
                                            <p:cond delay="0"/>
                                          </p:stCondLst>
                                        </p:cTn>
                                        <p:tgtEl>
                                          <p:spTgt spid="55"/>
                                        </p:tgtEl>
                                        <p:attrNameLst>
                                          <p:attrName>style.visibility</p:attrName>
                                        </p:attrNameLst>
                                      </p:cBhvr>
                                      <p:to>
                                        <p:strVal val="visible"/>
                                      </p:to>
                                    </p:set>
                                    <p:anim calcmode="lin" valueType="num">
                                      <p:cBhvr>
                                        <p:cTn id="7" dur="500" fill="hold"/>
                                        <p:tgtEl>
                                          <p:spTgt spid="55"/>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55"/>
                                        </p:tgtEl>
                                        <p:attrNameLst>
                                          <p:attrName>ppt_y</p:attrName>
                                        </p:attrNameLst>
                                      </p:cBhvr>
                                      <p:tavLst>
                                        <p:tav tm="0">
                                          <p:val>
                                            <p:strVal val="#ppt_y"/>
                                          </p:val>
                                        </p:tav>
                                        <p:tav tm="100000">
                                          <p:val>
                                            <p:strVal val="#ppt_y"/>
                                          </p:val>
                                        </p:tav>
                                      </p:tavLst>
                                    </p:anim>
                                    <p:anim calcmode="lin" valueType="num">
                                      <p:cBhvr>
                                        <p:cTn id="9" dur="500" fill="hold"/>
                                        <p:tgtEl>
                                          <p:spTgt spid="55"/>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55"/>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55"/>
                                        </p:tgtEl>
                                      </p:cBhvr>
                                    </p:animEffect>
                                  </p:childTnLst>
                                </p:cTn>
                              </p:par>
                            </p:childTnLst>
                          </p:cTn>
                        </p:par>
                        <p:par>
                          <p:cTn id="12" fill="hold">
                            <p:stCondLst>
                              <p:cond delay="1450"/>
                            </p:stCondLst>
                            <p:childTnLst>
                              <p:par>
                                <p:cTn id="13" presetID="2" presetClass="entr" presetSubtype="4" fill="hold" grpId="0" nodeType="afterEffect">
                                  <p:stCondLst>
                                    <p:cond delay="0"/>
                                  </p:stCondLst>
                                  <p:childTnLst>
                                    <p:set>
                                      <p:cBhvr>
                                        <p:cTn id="14" dur="1" fill="hold">
                                          <p:stCondLst>
                                            <p:cond delay="0"/>
                                          </p:stCondLst>
                                        </p:cTn>
                                        <p:tgtEl>
                                          <p:spTgt spid="54"/>
                                        </p:tgtEl>
                                        <p:attrNameLst>
                                          <p:attrName>style.visibility</p:attrName>
                                        </p:attrNameLst>
                                      </p:cBhvr>
                                      <p:to>
                                        <p:strVal val="visible"/>
                                      </p:to>
                                    </p:set>
                                    <p:anim calcmode="lin" valueType="num">
                                      <p:cBhvr additive="base">
                                        <p:cTn id="15" dur="1000" fill="hold"/>
                                        <p:tgtEl>
                                          <p:spTgt spid="54"/>
                                        </p:tgtEl>
                                        <p:attrNameLst>
                                          <p:attrName>ppt_x</p:attrName>
                                        </p:attrNameLst>
                                      </p:cBhvr>
                                      <p:tavLst>
                                        <p:tav tm="0">
                                          <p:val>
                                            <p:strVal val="#ppt_x"/>
                                          </p:val>
                                        </p:tav>
                                        <p:tav tm="100000">
                                          <p:val>
                                            <p:strVal val="#ppt_x"/>
                                          </p:val>
                                        </p:tav>
                                      </p:tavLst>
                                    </p:anim>
                                    <p:anim calcmode="lin" valueType="num">
                                      <p:cBhvr additive="base">
                                        <p:cTn id="16" dur="1000" fill="hold"/>
                                        <p:tgtEl>
                                          <p:spTgt spid="54"/>
                                        </p:tgtEl>
                                        <p:attrNameLst>
                                          <p:attrName>ppt_y</p:attrName>
                                        </p:attrNameLst>
                                      </p:cBhvr>
                                      <p:tavLst>
                                        <p:tav tm="0">
                                          <p:val>
                                            <p:strVal val="1+#ppt_h/2"/>
                                          </p:val>
                                        </p:tav>
                                        <p:tav tm="100000">
                                          <p:val>
                                            <p:strVal val="#ppt_y"/>
                                          </p:val>
                                        </p:tav>
                                      </p:tavLst>
                                    </p:anim>
                                  </p:childTnLst>
                                </p:cTn>
                              </p:par>
                            </p:childTnLst>
                          </p:cTn>
                        </p:par>
                        <p:par>
                          <p:cTn id="17" fill="hold">
                            <p:stCondLst>
                              <p:cond delay="2450"/>
                            </p:stCondLst>
                            <p:childTnLst>
                              <p:par>
                                <p:cTn id="18" presetID="22" presetClass="entr" presetSubtype="4" fill="hold" grpId="0" nodeType="afterEffect">
                                  <p:stCondLst>
                                    <p:cond delay="4000"/>
                                  </p:stCondLst>
                                  <p:childTnLst>
                                    <p:set>
                                      <p:cBhvr>
                                        <p:cTn id="19" dur="1" fill="hold">
                                          <p:stCondLst>
                                            <p:cond delay="0"/>
                                          </p:stCondLst>
                                        </p:cTn>
                                        <p:tgtEl>
                                          <p:spTgt spid="84"/>
                                        </p:tgtEl>
                                        <p:attrNameLst>
                                          <p:attrName>style.visibility</p:attrName>
                                        </p:attrNameLst>
                                      </p:cBhvr>
                                      <p:to>
                                        <p:strVal val="visible"/>
                                      </p:to>
                                    </p:set>
                                    <p:animEffect transition="in" filter="wipe(down)">
                                      <p:cBhvr>
                                        <p:cTn id="20" dur="2000"/>
                                        <p:tgtEl>
                                          <p:spTgt spid="84"/>
                                        </p:tgtEl>
                                      </p:cBhvr>
                                    </p:animEffect>
                                  </p:childTnLst>
                                </p:cTn>
                              </p:par>
                            </p:childTnLst>
                          </p:cTn>
                        </p:par>
                        <p:par>
                          <p:cTn id="21" fill="hold">
                            <p:stCondLst>
                              <p:cond delay="8450"/>
                            </p:stCondLst>
                            <p:childTnLst>
                              <p:par>
                                <p:cTn id="22" presetID="22" presetClass="entr" presetSubtype="4" fill="hold" grpId="0" nodeType="afterEffect">
                                  <p:stCondLst>
                                    <p:cond delay="100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2000"/>
                                        <p:tgtEl>
                                          <p:spTgt spid="85"/>
                                        </p:tgtEl>
                                      </p:cBhvr>
                                    </p:animEffect>
                                  </p:childTnLst>
                                </p:cTn>
                              </p:par>
                            </p:childTnLst>
                          </p:cTn>
                        </p:par>
                        <p:par>
                          <p:cTn id="25" fill="hold">
                            <p:stCondLst>
                              <p:cond delay="11450"/>
                            </p:stCondLst>
                            <p:childTnLst>
                              <p:par>
                                <p:cTn id="26" presetID="22" presetClass="entr" presetSubtype="4" fill="hold" grpId="0" nodeType="afterEffect">
                                  <p:stCondLst>
                                    <p:cond delay="0"/>
                                  </p:stCondLst>
                                  <p:childTnLst>
                                    <p:set>
                                      <p:cBhvr>
                                        <p:cTn id="27" dur="1" fill="hold">
                                          <p:stCondLst>
                                            <p:cond delay="0"/>
                                          </p:stCondLst>
                                        </p:cTn>
                                        <p:tgtEl>
                                          <p:spTgt spid="86"/>
                                        </p:tgtEl>
                                        <p:attrNameLst>
                                          <p:attrName>style.visibility</p:attrName>
                                        </p:attrNameLst>
                                      </p:cBhvr>
                                      <p:to>
                                        <p:strVal val="visible"/>
                                      </p:to>
                                    </p:set>
                                    <p:animEffect transition="in" filter="wipe(down)">
                                      <p:cBhvr>
                                        <p:cTn id="28" dur="500"/>
                                        <p:tgtEl>
                                          <p:spTgt spid="86"/>
                                        </p:tgtEl>
                                      </p:cBhvr>
                                    </p:animEffect>
                                  </p:childTnLst>
                                </p:cTn>
                              </p:par>
                            </p:childTnLst>
                          </p:cTn>
                        </p:par>
                        <p:par>
                          <p:cTn id="29" fill="hold">
                            <p:stCondLst>
                              <p:cond delay="11950"/>
                            </p:stCondLst>
                            <p:childTnLst>
                              <p:par>
                                <p:cTn id="30" presetID="22" presetClass="entr" presetSubtype="4" fill="hold" grpId="0" nodeType="afterEffect">
                                  <p:stCondLst>
                                    <p:cond delay="0"/>
                                  </p:stCondLst>
                                  <p:childTnLst>
                                    <p:set>
                                      <p:cBhvr>
                                        <p:cTn id="31" dur="1" fill="hold">
                                          <p:stCondLst>
                                            <p:cond delay="0"/>
                                          </p:stCondLst>
                                        </p:cTn>
                                        <p:tgtEl>
                                          <p:spTgt spid="87"/>
                                        </p:tgtEl>
                                        <p:attrNameLst>
                                          <p:attrName>style.visibility</p:attrName>
                                        </p:attrNameLst>
                                      </p:cBhvr>
                                      <p:to>
                                        <p:strVal val="visible"/>
                                      </p:to>
                                    </p:set>
                                    <p:animEffect transition="in" filter="wipe(down)">
                                      <p:cBhvr>
                                        <p:cTn id="32" dur="500"/>
                                        <p:tgtEl>
                                          <p:spTgt spid="87"/>
                                        </p:tgtEl>
                                      </p:cBhvr>
                                    </p:animEffect>
                                  </p:childTnLst>
                                </p:cTn>
                              </p:par>
                            </p:childTnLst>
                          </p:cTn>
                        </p:par>
                        <p:par>
                          <p:cTn id="33" fill="hold">
                            <p:stCondLst>
                              <p:cond delay="12450"/>
                            </p:stCondLst>
                            <p:childTnLst>
                              <p:par>
                                <p:cTn id="34" presetID="22" presetClass="entr" presetSubtype="4" fill="hold" grpId="0" nodeType="afterEffect">
                                  <p:stCondLst>
                                    <p:cond delay="0"/>
                                  </p:stCondLst>
                                  <p:childTnLst>
                                    <p:set>
                                      <p:cBhvr>
                                        <p:cTn id="35" dur="1" fill="hold">
                                          <p:stCondLst>
                                            <p:cond delay="0"/>
                                          </p:stCondLst>
                                        </p:cTn>
                                        <p:tgtEl>
                                          <p:spTgt spid="88"/>
                                        </p:tgtEl>
                                        <p:attrNameLst>
                                          <p:attrName>style.visibility</p:attrName>
                                        </p:attrNameLst>
                                      </p:cBhvr>
                                      <p:to>
                                        <p:strVal val="visible"/>
                                      </p:to>
                                    </p:set>
                                    <p:animEffect transition="in" filter="wipe(down)">
                                      <p:cBhvr>
                                        <p:cTn id="36" dur="500"/>
                                        <p:tgtEl>
                                          <p:spTgt spid="88"/>
                                        </p:tgtEl>
                                      </p:cBhvr>
                                    </p:animEffect>
                                  </p:childTnLst>
                                </p:cTn>
                              </p:par>
                            </p:childTnLst>
                          </p:cTn>
                        </p:par>
                        <p:par>
                          <p:cTn id="37" fill="hold">
                            <p:stCondLst>
                              <p:cond delay="12950"/>
                            </p:stCondLst>
                            <p:childTnLst>
                              <p:par>
                                <p:cTn id="38" presetID="22" presetClass="entr" presetSubtype="4" fill="hold" grpId="0" nodeType="afterEffect">
                                  <p:stCondLst>
                                    <p:cond delay="0"/>
                                  </p:stCondLst>
                                  <p:childTnLst>
                                    <p:set>
                                      <p:cBhvr>
                                        <p:cTn id="39" dur="1" fill="hold">
                                          <p:stCondLst>
                                            <p:cond delay="0"/>
                                          </p:stCondLst>
                                        </p:cTn>
                                        <p:tgtEl>
                                          <p:spTgt spid="89"/>
                                        </p:tgtEl>
                                        <p:attrNameLst>
                                          <p:attrName>style.visibility</p:attrName>
                                        </p:attrNameLst>
                                      </p:cBhvr>
                                      <p:to>
                                        <p:strVal val="visible"/>
                                      </p:to>
                                    </p:set>
                                    <p:animEffect transition="in" filter="wipe(down)">
                                      <p:cBhvr>
                                        <p:cTn id="40" dur="500"/>
                                        <p:tgtEl>
                                          <p:spTgt spid="89"/>
                                        </p:tgtEl>
                                      </p:cBhvr>
                                    </p:animEffect>
                                  </p:childTnLst>
                                </p:cTn>
                              </p:par>
                            </p:childTnLst>
                          </p:cTn>
                        </p:par>
                        <p:par>
                          <p:cTn id="41" fill="hold">
                            <p:stCondLst>
                              <p:cond delay="13450"/>
                            </p:stCondLst>
                            <p:childTnLst>
                              <p:par>
                                <p:cTn id="42" presetID="22" presetClass="entr" presetSubtype="4" fill="hold" grpId="0" nodeType="afterEffect">
                                  <p:stCondLst>
                                    <p:cond delay="0"/>
                                  </p:stCondLst>
                                  <p:childTnLst>
                                    <p:set>
                                      <p:cBhvr>
                                        <p:cTn id="43" dur="1" fill="hold">
                                          <p:stCondLst>
                                            <p:cond delay="0"/>
                                          </p:stCondLst>
                                        </p:cTn>
                                        <p:tgtEl>
                                          <p:spTgt spid="90"/>
                                        </p:tgtEl>
                                        <p:attrNameLst>
                                          <p:attrName>style.visibility</p:attrName>
                                        </p:attrNameLst>
                                      </p:cBhvr>
                                      <p:to>
                                        <p:strVal val="visible"/>
                                      </p:to>
                                    </p:set>
                                    <p:animEffect transition="in" filter="wipe(down)">
                                      <p:cBhvr>
                                        <p:cTn id="44" dur="500"/>
                                        <p:tgtEl>
                                          <p:spTgt spid="90"/>
                                        </p:tgtEl>
                                      </p:cBhvr>
                                    </p:animEffect>
                                  </p:childTnLst>
                                </p:cTn>
                              </p:par>
                            </p:childTnLst>
                          </p:cTn>
                        </p:par>
                        <p:par>
                          <p:cTn id="45" fill="hold">
                            <p:stCondLst>
                              <p:cond delay="13950"/>
                            </p:stCondLst>
                            <p:childTnLst>
                              <p:par>
                                <p:cTn id="46" presetID="22" presetClass="entr" presetSubtype="4" fill="hold" grpId="0" nodeType="afterEffect">
                                  <p:stCondLst>
                                    <p:cond delay="0"/>
                                  </p:stCondLst>
                                  <p:childTnLst>
                                    <p:set>
                                      <p:cBhvr>
                                        <p:cTn id="47" dur="1" fill="hold">
                                          <p:stCondLst>
                                            <p:cond delay="0"/>
                                          </p:stCondLst>
                                        </p:cTn>
                                        <p:tgtEl>
                                          <p:spTgt spid="91"/>
                                        </p:tgtEl>
                                        <p:attrNameLst>
                                          <p:attrName>style.visibility</p:attrName>
                                        </p:attrNameLst>
                                      </p:cBhvr>
                                      <p:to>
                                        <p:strVal val="visible"/>
                                      </p:to>
                                    </p:set>
                                    <p:animEffect transition="in" filter="wipe(down)">
                                      <p:cBhvr>
                                        <p:cTn id="48" dur="500"/>
                                        <p:tgtEl>
                                          <p:spTgt spid="91"/>
                                        </p:tgtEl>
                                      </p:cBhvr>
                                    </p:animEffect>
                                  </p:childTnLst>
                                </p:cTn>
                              </p:par>
                            </p:childTnLst>
                          </p:cTn>
                        </p:par>
                        <p:par>
                          <p:cTn id="49" fill="hold">
                            <p:stCondLst>
                              <p:cond delay="14450"/>
                            </p:stCondLst>
                            <p:childTnLst>
                              <p:par>
                                <p:cTn id="50" presetID="22" presetClass="entr" presetSubtype="4" fill="hold" grpId="0" nodeType="afterEffect">
                                  <p:stCondLst>
                                    <p:cond delay="0"/>
                                  </p:stCondLst>
                                  <p:childTnLst>
                                    <p:set>
                                      <p:cBhvr>
                                        <p:cTn id="51" dur="1" fill="hold">
                                          <p:stCondLst>
                                            <p:cond delay="0"/>
                                          </p:stCondLst>
                                        </p:cTn>
                                        <p:tgtEl>
                                          <p:spTgt spid="92"/>
                                        </p:tgtEl>
                                        <p:attrNameLst>
                                          <p:attrName>style.visibility</p:attrName>
                                        </p:attrNameLst>
                                      </p:cBhvr>
                                      <p:to>
                                        <p:strVal val="visible"/>
                                      </p:to>
                                    </p:set>
                                    <p:animEffect transition="in" filter="wipe(down)">
                                      <p:cBhvr>
                                        <p:cTn id="52" dur="500"/>
                                        <p:tgtEl>
                                          <p:spTgt spid="92"/>
                                        </p:tgtEl>
                                      </p:cBhvr>
                                    </p:animEffect>
                                  </p:childTnLst>
                                </p:cTn>
                              </p:par>
                            </p:childTnLst>
                          </p:cTn>
                        </p:par>
                        <p:par>
                          <p:cTn id="53" fill="hold">
                            <p:stCondLst>
                              <p:cond delay="14950"/>
                            </p:stCondLst>
                            <p:childTnLst>
                              <p:par>
                                <p:cTn id="54" presetID="22" presetClass="entr" presetSubtype="4" fill="hold" grpId="0" nodeType="afterEffect">
                                  <p:stCondLst>
                                    <p:cond delay="0"/>
                                  </p:stCondLst>
                                  <p:childTnLst>
                                    <p:set>
                                      <p:cBhvr>
                                        <p:cTn id="55" dur="1" fill="hold">
                                          <p:stCondLst>
                                            <p:cond delay="0"/>
                                          </p:stCondLst>
                                        </p:cTn>
                                        <p:tgtEl>
                                          <p:spTgt spid="93"/>
                                        </p:tgtEl>
                                        <p:attrNameLst>
                                          <p:attrName>style.visibility</p:attrName>
                                        </p:attrNameLst>
                                      </p:cBhvr>
                                      <p:to>
                                        <p:strVal val="visible"/>
                                      </p:to>
                                    </p:set>
                                    <p:animEffect transition="in" filter="wipe(down)">
                                      <p:cBhvr>
                                        <p:cTn id="56" dur="500"/>
                                        <p:tgtEl>
                                          <p:spTgt spid="93"/>
                                        </p:tgtEl>
                                      </p:cBhvr>
                                    </p:animEffect>
                                  </p:childTnLst>
                                </p:cTn>
                              </p:par>
                            </p:childTnLst>
                          </p:cTn>
                        </p:par>
                        <p:par>
                          <p:cTn id="57" fill="hold">
                            <p:stCondLst>
                              <p:cond delay="15450"/>
                            </p:stCondLst>
                            <p:childTnLst>
                              <p:par>
                                <p:cTn id="58" presetID="22" presetClass="entr" presetSubtype="4" fill="hold" grpId="0" nodeType="afterEffect">
                                  <p:stCondLst>
                                    <p:cond delay="0"/>
                                  </p:stCondLst>
                                  <p:childTnLst>
                                    <p:set>
                                      <p:cBhvr>
                                        <p:cTn id="59" dur="1" fill="hold">
                                          <p:stCondLst>
                                            <p:cond delay="0"/>
                                          </p:stCondLst>
                                        </p:cTn>
                                        <p:tgtEl>
                                          <p:spTgt spid="94"/>
                                        </p:tgtEl>
                                        <p:attrNameLst>
                                          <p:attrName>style.visibility</p:attrName>
                                        </p:attrNameLst>
                                      </p:cBhvr>
                                      <p:to>
                                        <p:strVal val="visible"/>
                                      </p:to>
                                    </p:set>
                                    <p:animEffect transition="in" filter="wipe(down)">
                                      <p:cBhvr>
                                        <p:cTn id="60" dur="500"/>
                                        <p:tgtEl>
                                          <p:spTgt spid="94"/>
                                        </p:tgtEl>
                                      </p:cBhvr>
                                    </p:animEffect>
                                  </p:childTnLst>
                                </p:cTn>
                              </p:par>
                            </p:childTnLst>
                          </p:cTn>
                        </p:par>
                        <p:par>
                          <p:cTn id="61" fill="hold">
                            <p:stCondLst>
                              <p:cond delay="15950"/>
                            </p:stCondLst>
                            <p:childTnLst>
                              <p:par>
                                <p:cTn id="62" presetID="22" presetClass="entr" presetSubtype="4" fill="hold" grpId="0" nodeType="afterEffect">
                                  <p:stCondLst>
                                    <p:cond delay="0"/>
                                  </p:stCondLst>
                                  <p:childTnLst>
                                    <p:set>
                                      <p:cBhvr>
                                        <p:cTn id="63" dur="1" fill="hold">
                                          <p:stCondLst>
                                            <p:cond delay="0"/>
                                          </p:stCondLst>
                                        </p:cTn>
                                        <p:tgtEl>
                                          <p:spTgt spid="95"/>
                                        </p:tgtEl>
                                        <p:attrNameLst>
                                          <p:attrName>style.visibility</p:attrName>
                                        </p:attrNameLst>
                                      </p:cBhvr>
                                      <p:to>
                                        <p:strVal val="visible"/>
                                      </p:to>
                                    </p:set>
                                    <p:animEffect transition="in" filter="wipe(down)">
                                      <p:cBhvr>
                                        <p:cTn id="64" dur="500"/>
                                        <p:tgtEl>
                                          <p:spTgt spid="95"/>
                                        </p:tgtEl>
                                      </p:cBhvr>
                                    </p:animEffect>
                                  </p:childTnLst>
                                </p:cTn>
                              </p:par>
                            </p:childTnLst>
                          </p:cTn>
                        </p:par>
                        <p:par>
                          <p:cTn id="65" fill="hold">
                            <p:stCondLst>
                              <p:cond delay="16450"/>
                            </p:stCondLst>
                            <p:childTnLst>
                              <p:par>
                                <p:cTn id="66" presetID="22" presetClass="entr" presetSubtype="4" fill="hold" grpId="0" nodeType="afterEffect">
                                  <p:stCondLst>
                                    <p:cond delay="0"/>
                                  </p:stCondLst>
                                  <p:childTnLst>
                                    <p:set>
                                      <p:cBhvr>
                                        <p:cTn id="67" dur="1" fill="hold">
                                          <p:stCondLst>
                                            <p:cond delay="0"/>
                                          </p:stCondLst>
                                        </p:cTn>
                                        <p:tgtEl>
                                          <p:spTgt spid="96"/>
                                        </p:tgtEl>
                                        <p:attrNameLst>
                                          <p:attrName>style.visibility</p:attrName>
                                        </p:attrNameLst>
                                      </p:cBhvr>
                                      <p:to>
                                        <p:strVal val="visible"/>
                                      </p:to>
                                    </p:set>
                                    <p:animEffect transition="in" filter="wipe(down)">
                                      <p:cBhvr>
                                        <p:cTn id="68" dur="500"/>
                                        <p:tgtEl>
                                          <p:spTgt spid="96"/>
                                        </p:tgtEl>
                                      </p:cBhvr>
                                    </p:animEffect>
                                  </p:childTnLst>
                                </p:cTn>
                              </p:par>
                            </p:childTnLst>
                          </p:cTn>
                        </p:par>
                        <p:par>
                          <p:cTn id="69" fill="hold">
                            <p:stCondLst>
                              <p:cond delay="16950"/>
                            </p:stCondLst>
                            <p:childTnLst>
                              <p:par>
                                <p:cTn id="70" presetID="22" presetClass="entr" presetSubtype="4" fill="hold" grpId="0" nodeType="afterEffect">
                                  <p:stCondLst>
                                    <p:cond delay="0"/>
                                  </p:stCondLst>
                                  <p:childTnLst>
                                    <p:set>
                                      <p:cBhvr>
                                        <p:cTn id="71" dur="1" fill="hold">
                                          <p:stCondLst>
                                            <p:cond delay="0"/>
                                          </p:stCondLst>
                                        </p:cTn>
                                        <p:tgtEl>
                                          <p:spTgt spid="97"/>
                                        </p:tgtEl>
                                        <p:attrNameLst>
                                          <p:attrName>style.visibility</p:attrName>
                                        </p:attrNameLst>
                                      </p:cBhvr>
                                      <p:to>
                                        <p:strVal val="visible"/>
                                      </p:to>
                                    </p:set>
                                    <p:animEffect transition="in" filter="wipe(down)">
                                      <p:cBhvr>
                                        <p:cTn id="72" dur="500"/>
                                        <p:tgtEl>
                                          <p:spTgt spid="97"/>
                                        </p:tgtEl>
                                      </p:cBhvr>
                                    </p:animEffect>
                                  </p:childTnLst>
                                </p:cTn>
                              </p:par>
                            </p:childTnLst>
                          </p:cTn>
                        </p:par>
                        <p:par>
                          <p:cTn id="73" fill="hold">
                            <p:stCondLst>
                              <p:cond delay="17450"/>
                            </p:stCondLst>
                            <p:childTnLst>
                              <p:par>
                                <p:cTn id="74" presetID="22" presetClass="entr" presetSubtype="4" fill="hold" grpId="0" nodeType="afterEffect">
                                  <p:stCondLst>
                                    <p:cond delay="0"/>
                                  </p:stCondLst>
                                  <p:childTnLst>
                                    <p:set>
                                      <p:cBhvr>
                                        <p:cTn id="75" dur="1" fill="hold">
                                          <p:stCondLst>
                                            <p:cond delay="0"/>
                                          </p:stCondLst>
                                        </p:cTn>
                                        <p:tgtEl>
                                          <p:spTgt spid="98"/>
                                        </p:tgtEl>
                                        <p:attrNameLst>
                                          <p:attrName>style.visibility</p:attrName>
                                        </p:attrNameLst>
                                      </p:cBhvr>
                                      <p:to>
                                        <p:strVal val="visible"/>
                                      </p:to>
                                    </p:set>
                                    <p:animEffect transition="in" filter="wipe(down)">
                                      <p:cBhvr>
                                        <p:cTn id="76" dur="500"/>
                                        <p:tgtEl>
                                          <p:spTgt spid="98"/>
                                        </p:tgtEl>
                                      </p:cBhvr>
                                    </p:animEffect>
                                  </p:childTnLst>
                                </p:cTn>
                              </p:par>
                            </p:childTnLst>
                          </p:cTn>
                        </p:par>
                        <p:par>
                          <p:cTn id="77" fill="hold">
                            <p:stCondLst>
                              <p:cond delay="17950"/>
                            </p:stCondLst>
                            <p:childTnLst>
                              <p:par>
                                <p:cTn id="78" presetID="22" presetClass="entr" presetSubtype="4" fill="hold" grpId="0" nodeType="afterEffect">
                                  <p:stCondLst>
                                    <p:cond delay="0"/>
                                  </p:stCondLst>
                                  <p:childTnLst>
                                    <p:set>
                                      <p:cBhvr>
                                        <p:cTn id="79" dur="1" fill="hold">
                                          <p:stCondLst>
                                            <p:cond delay="0"/>
                                          </p:stCondLst>
                                        </p:cTn>
                                        <p:tgtEl>
                                          <p:spTgt spid="99"/>
                                        </p:tgtEl>
                                        <p:attrNameLst>
                                          <p:attrName>style.visibility</p:attrName>
                                        </p:attrNameLst>
                                      </p:cBhvr>
                                      <p:to>
                                        <p:strVal val="visible"/>
                                      </p:to>
                                    </p:set>
                                    <p:animEffect transition="in" filter="wipe(down)">
                                      <p:cBhvr>
                                        <p:cTn id="80" dur="500"/>
                                        <p:tgtEl>
                                          <p:spTgt spid="99"/>
                                        </p:tgtEl>
                                      </p:cBhvr>
                                    </p:animEffect>
                                  </p:childTnLst>
                                </p:cTn>
                              </p:par>
                            </p:childTnLst>
                          </p:cTn>
                        </p:par>
                        <p:par>
                          <p:cTn id="81" fill="hold">
                            <p:stCondLst>
                              <p:cond delay="18450"/>
                            </p:stCondLst>
                            <p:childTnLst>
                              <p:par>
                                <p:cTn id="82" presetID="22" presetClass="entr" presetSubtype="4" fill="hold" grpId="0" nodeType="afterEffect">
                                  <p:stCondLst>
                                    <p:cond delay="0"/>
                                  </p:stCondLst>
                                  <p:childTnLst>
                                    <p:set>
                                      <p:cBhvr>
                                        <p:cTn id="83" dur="1" fill="hold">
                                          <p:stCondLst>
                                            <p:cond delay="0"/>
                                          </p:stCondLst>
                                        </p:cTn>
                                        <p:tgtEl>
                                          <p:spTgt spid="100"/>
                                        </p:tgtEl>
                                        <p:attrNameLst>
                                          <p:attrName>style.visibility</p:attrName>
                                        </p:attrNameLst>
                                      </p:cBhvr>
                                      <p:to>
                                        <p:strVal val="visible"/>
                                      </p:to>
                                    </p:set>
                                    <p:animEffect transition="in" filter="wipe(down)">
                                      <p:cBhvr>
                                        <p:cTn id="84" dur="500"/>
                                        <p:tgtEl>
                                          <p:spTgt spid="100"/>
                                        </p:tgtEl>
                                      </p:cBhvr>
                                    </p:animEffect>
                                  </p:childTnLst>
                                </p:cTn>
                              </p:par>
                            </p:childTnLst>
                          </p:cTn>
                        </p:par>
                        <p:par>
                          <p:cTn id="85" fill="hold">
                            <p:stCondLst>
                              <p:cond delay="18950"/>
                            </p:stCondLst>
                            <p:childTnLst>
                              <p:par>
                                <p:cTn id="86" presetID="22" presetClass="entr" presetSubtype="4" fill="hold" grpId="0" nodeType="afterEffect">
                                  <p:stCondLst>
                                    <p:cond delay="0"/>
                                  </p:stCondLst>
                                  <p:childTnLst>
                                    <p:set>
                                      <p:cBhvr>
                                        <p:cTn id="87" dur="1" fill="hold">
                                          <p:stCondLst>
                                            <p:cond delay="0"/>
                                          </p:stCondLst>
                                        </p:cTn>
                                        <p:tgtEl>
                                          <p:spTgt spid="101"/>
                                        </p:tgtEl>
                                        <p:attrNameLst>
                                          <p:attrName>style.visibility</p:attrName>
                                        </p:attrNameLst>
                                      </p:cBhvr>
                                      <p:to>
                                        <p:strVal val="visible"/>
                                      </p:to>
                                    </p:set>
                                    <p:animEffect transition="in" filter="wipe(down)">
                                      <p:cBhvr>
                                        <p:cTn id="88" dur="500"/>
                                        <p:tgtEl>
                                          <p:spTgt spid="101"/>
                                        </p:tgtEl>
                                      </p:cBhvr>
                                    </p:animEffect>
                                  </p:childTnLst>
                                </p:cTn>
                              </p:par>
                            </p:childTnLst>
                          </p:cTn>
                        </p:par>
                        <p:par>
                          <p:cTn id="89" fill="hold">
                            <p:stCondLst>
                              <p:cond delay="19450"/>
                            </p:stCondLst>
                            <p:childTnLst>
                              <p:par>
                                <p:cTn id="90" presetID="22" presetClass="entr" presetSubtype="4" fill="hold" grpId="0" nodeType="afterEffect">
                                  <p:stCondLst>
                                    <p:cond delay="0"/>
                                  </p:stCondLst>
                                  <p:childTnLst>
                                    <p:set>
                                      <p:cBhvr>
                                        <p:cTn id="91" dur="1" fill="hold">
                                          <p:stCondLst>
                                            <p:cond delay="0"/>
                                          </p:stCondLst>
                                        </p:cTn>
                                        <p:tgtEl>
                                          <p:spTgt spid="102"/>
                                        </p:tgtEl>
                                        <p:attrNameLst>
                                          <p:attrName>style.visibility</p:attrName>
                                        </p:attrNameLst>
                                      </p:cBhvr>
                                      <p:to>
                                        <p:strVal val="visible"/>
                                      </p:to>
                                    </p:set>
                                    <p:animEffect transition="in" filter="wipe(down)">
                                      <p:cBhvr>
                                        <p:cTn id="92" dur="500"/>
                                        <p:tgtEl>
                                          <p:spTgt spid="102"/>
                                        </p:tgtEl>
                                      </p:cBhvr>
                                    </p:animEffect>
                                  </p:childTnLst>
                                </p:cTn>
                              </p:par>
                            </p:childTnLst>
                          </p:cTn>
                        </p:par>
                        <p:par>
                          <p:cTn id="93" fill="hold">
                            <p:stCondLst>
                              <p:cond delay="19950"/>
                            </p:stCondLst>
                            <p:childTnLst>
                              <p:par>
                                <p:cTn id="94" presetID="22" presetClass="entr" presetSubtype="4" fill="hold" grpId="0" nodeType="afterEffect">
                                  <p:stCondLst>
                                    <p:cond delay="0"/>
                                  </p:stCondLst>
                                  <p:childTnLst>
                                    <p:set>
                                      <p:cBhvr>
                                        <p:cTn id="95" dur="1" fill="hold">
                                          <p:stCondLst>
                                            <p:cond delay="0"/>
                                          </p:stCondLst>
                                        </p:cTn>
                                        <p:tgtEl>
                                          <p:spTgt spid="103"/>
                                        </p:tgtEl>
                                        <p:attrNameLst>
                                          <p:attrName>style.visibility</p:attrName>
                                        </p:attrNameLst>
                                      </p:cBhvr>
                                      <p:to>
                                        <p:strVal val="visible"/>
                                      </p:to>
                                    </p:set>
                                    <p:animEffect transition="in" filter="wipe(down)">
                                      <p:cBhvr>
                                        <p:cTn id="96" dur="500"/>
                                        <p:tgtEl>
                                          <p:spTgt spid="103"/>
                                        </p:tgtEl>
                                      </p:cBhvr>
                                    </p:animEffect>
                                  </p:childTnLst>
                                </p:cTn>
                              </p:par>
                            </p:childTnLst>
                          </p:cTn>
                        </p:par>
                        <p:par>
                          <p:cTn id="97" fill="hold">
                            <p:stCondLst>
                              <p:cond delay="20450"/>
                            </p:stCondLst>
                            <p:childTnLst>
                              <p:par>
                                <p:cTn id="98" presetID="22" presetClass="entr" presetSubtype="4" fill="hold" grpId="0" nodeType="afterEffect">
                                  <p:stCondLst>
                                    <p:cond delay="0"/>
                                  </p:stCondLst>
                                  <p:childTnLst>
                                    <p:set>
                                      <p:cBhvr>
                                        <p:cTn id="99" dur="1" fill="hold">
                                          <p:stCondLst>
                                            <p:cond delay="0"/>
                                          </p:stCondLst>
                                        </p:cTn>
                                        <p:tgtEl>
                                          <p:spTgt spid="104"/>
                                        </p:tgtEl>
                                        <p:attrNameLst>
                                          <p:attrName>style.visibility</p:attrName>
                                        </p:attrNameLst>
                                      </p:cBhvr>
                                      <p:to>
                                        <p:strVal val="visible"/>
                                      </p:to>
                                    </p:set>
                                    <p:animEffect transition="in" filter="wipe(down)">
                                      <p:cBhvr>
                                        <p:cTn id="100" dur="500"/>
                                        <p:tgtEl>
                                          <p:spTgt spid="104"/>
                                        </p:tgtEl>
                                      </p:cBhvr>
                                    </p:animEffect>
                                  </p:childTnLst>
                                </p:cTn>
                              </p:par>
                            </p:childTnLst>
                          </p:cTn>
                        </p:par>
                        <p:par>
                          <p:cTn id="101" fill="hold">
                            <p:stCondLst>
                              <p:cond delay="20950"/>
                            </p:stCondLst>
                            <p:childTnLst>
                              <p:par>
                                <p:cTn id="102" presetID="22" presetClass="entr" presetSubtype="4" fill="hold" grpId="0" nodeType="afterEffect">
                                  <p:stCondLst>
                                    <p:cond delay="0"/>
                                  </p:stCondLst>
                                  <p:childTnLst>
                                    <p:set>
                                      <p:cBhvr>
                                        <p:cTn id="103" dur="1" fill="hold">
                                          <p:stCondLst>
                                            <p:cond delay="0"/>
                                          </p:stCondLst>
                                        </p:cTn>
                                        <p:tgtEl>
                                          <p:spTgt spid="105"/>
                                        </p:tgtEl>
                                        <p:attrNameLst>
                                          <p:attrName>style.visibility</p:attrName>
                                        </p:attrNameLst>
                                      </p:cBhvr>
                                      <p:to>
                                        <p:strVal val="visible"/>
                                      </p:to>
                                    </p:set>
                                    <p:animEffect transition="in" filter="wipe(down)">
                                      <p:cBhvr>
                                        <p:cTn id="104" dur="500"/>
                                        <p:tgtEl>
                                          <p:spTgt spid="105"/>
                                        </p:tgtEl>
                                      </p:cBhvr>
                                    </p:animEffect>
                                  </p:childTnLst>
                                </p:cTn>
                              </p:par>
                            </p:childTnLst>
                          </p:cTn>
                        </p:par>
                        <p:par>
                          <p:cTn id="105" fill="hold">
                            <p:stCondLst>
                              <p:cond delay="21450"/>
                            </p:stCondLst>
                            <p:childTnLst>
                              <p:par>
                                <p:cTn id="106" presetID="22" presetClass="entr" presetSubtype="4" fill="hold" grpId="0" nodeType="afterEffect">
                                  <p:stCondLst>
                                    <p:cond delay="0"/>
                                  </p:stCondLst>
                                  <p:childTnLst>
                                    <p:set>
                                      <p:cBhvr>
                                        <p:cTn id="107" dur="1" fill="hold">
                                          <p:stCondLst>
                                            <p:cond delay="0"/>
                                          </p:stCondLst>
                                        </p:cTn>
                                        <p:tgtEl>
                                          <p:spTgt spid="106"/>
                                        </p:tgtEl>
                                        <p:attrNameLst>
                                          <p:attrName>style.visibility</p:attrName>
                                        </p:attrNameLst>
                                      </p:cBhvr>
                                      <p:to>
                                        <p:strVal val="visible"/>
                                      </p:to>
                                    </p:set>
                                    <p:animEffect transition="in" filter="wipe(down)">
                                      <p:cBhvr>
                                        <p:cTn id="108" dur="500"/>
                                        <p:tgtEl>
                                          <p:spTgt spid="106"/>
                                        </p:tgtEl>
                                      </p:cBhvr>
                                    </p:animEffect>
                                  </p:childTnLst>
                                </p:cTn>
                              </p:par>
                            </p:childTnLst>
                          </p:cTn>
                        </p:par>
                        <p:par>
                          <p:cTn id="109" fill="hold">
                            <p:stCondLst>
                              <p:cond delay="21950"/>
                            </p:stCondLst>
                            <p:childTnLst>
                              <p:par>
                                <p:cTn id="110" presetID="22" presetClass="entr" presetSubtype="4" fill="hold" grpId="0" nodeType="afterEffect">
                                  <p:stCondLst>
                                    <p:cond delay="0"/>
                                  </p:stCondLst>
                                  <p:childTnLst>
                                    <p:set>
                                      <p:cBhvr>
                                        <p:cTn id="111" dur="1" fill="hold">
                                          <p:stCondLst>
                                            <p:cond delay="0"/>
                                          </p:stCondLst>
                                        </p:cTn>
                                        <p:tgtEl>
                                          <p:spTgt spid="107"/>
                                        </p:tgtEl>
                                        <p:attrNameLst>
                                          <p:attrName>style.visibility</p:attrName>
                                        </p:attrNameLst>
                                      </p:cBhvr>
                                      <p:to>
                                        <p:strVal val="visible"/>
                                      </p:to>
                                    </p:set>
                                    <p:animEffect transition="in" filter="wipe(down)">
                                      <p:cBhvr>
                                        <p:cTn id="112" dur="500"/>
                                        <p:tgtEl>
                                          <p:spTgt spid="107"/>
                                        </p:tgtEl>
                                      </p:cBhvr>
                                    </p:animEffect>
                                  </p:childTnLst>
                                </p:cTn>
                              </p:par>
                            </p:childTnLst>
                          </p:cTn>
                        </p:par>
                        <p:par>
                          <p:cTn id="113" fill="hold">
                            <p:stCondLst>
                              <p:cond delay="22450"/>
                            </p:stCondLst>
                            <p:childTnLst>
                              <p:par>
                                <p:cTn id="114" presetID="22" presetClass="entr" presetSubtype="4" fill="hold" grpId="0" nodeType="afterEffect">
                                  <p:stCondLst>
                                    <p:cond delay="0"/>
                                  </p:stCondLst>
                                  <p:childTnLst>
                                    <p:set>
                                      <p:cBhvr>
                                        <p:cTn id="115" dur="1" fill="hold">
                                          <p:stCondLst>
                                            <p:cond delay="0"/>
                                          </p:stCondLst>
                                        </p:cTn>
                                        <p:tgtEl>
                                          <p:spTgt spid="108"/>
                                        </p:tgtEl>
                                        <p:attrNameLst>
                                          <p:attrName>style.visibility</p:attrName>
                                        </p:attrNameLst>
                                      </p:cBhvr>
                                      <p:to>
                                        <p:strVal val="visible"/>
                                      </p:to>
                                    </p:set>
                                    <p:animEffect transition="in" filter="wipe(down)">
                                      <p:cBhvr>
                                        <p:cTn id="116" dur="500"/>
                                        <p:tgtEl>
                                          <p:spTgt spid="108"/>
                                        </p:tgtEl>
                                      </p:cBhvr>
                                    </p:animEffect>
                                  </p:childTnLst>
                                </p:cTn>
                              </p:par>
                            </p:childTnLst>
                          </p:cTn>
                        </p:par>
                        <p:par>
                          <p:cTn id="117" fill="hold">
                            <p:stCondLst>
                              <p:cond delay="22950"/>
                            </p:stCondLst>
                            <p:childTnLst>
                              <p:par>
                                <p:cTn id="118" presetID="22" presetClass="entr" presetSubtype="4" fill="hold" grpId="0" nodeType="afterEffect">
                                  <p:stCondLst>
                                    <p:cond delay="0"/>
                                  </p:stCondLst>
                                  <p:childTnLst>
                                    <p:set>
                                      <p:cBhvr>
                                        <p:cTn id="119" dur="1" fill="hold">
                                          <p:stCondLst>
                                            <p:cond delay="0"/>
                                          </p:stCondLst>
                                        </p:cTn>
                                        <p:tgtEl>
                                          <p:spTgt spid="109"/>
                                        </p:tgtEl>
                                        <p:attrNameLst>
                                          <p:attrName>style.visibility</p:attrName>
                                        </p:attrNameLst>
                                      </p:cBhvr>
                                      <p:to>
                                        <p:strVal val="visible"/>
                                      </p:to>
                                    </p:set>
                                    <p:animEffect transition="in" filter="wipe(down)">
                                      <p:cBhvr>
                                        <p:cTn id="120" dur="500"/>
                                        <p:tgtEl>
                                          <p:spTgt spid="109"/>
                                        </p:tgtEl>
                                      </p:cBhvr>
                                    </p:animEffect>
                                  </p:childTnLst>
                                </p:cTn>
                              </p:par>
                            </p:childTnLst>
                          </p:cTn>
                        </p:par>
                        <p:par>
                          <p:cTn id="121" fill="hold">
                            <p:stCondLst>
                              <p:cond delay="23450"/>
                            </p:stCondLst>
                            <p:childTnLst>
                              <p:par>
                                <p:cTn id="122" presetID="22" presetClass="entr" presetSubtype="4" fill="hold" grpId="0" nodeType="afterEffect">
                                  <p:stCondLst>
                                    <p:cond delay="0"/>
                                  </p:stCondLst>
                                  <p:childTnLst>
                                    <p:set>
                                      <p:cBhvr>
                                        <p:cTn id="123" dur="1" fill="hold">
                                          <p:stCondLst>
                                            <p:cond delay="0"/>
                                          </p:stCondLst>
                                        </p:cTn>
                                        <p:tgtEl>
                                          <p:spTgt spid="110"/>
                                        </p:tgtEl>
                                        <p:attrNameLst>
                                          <p:attrName>style.visibility</p:attrName>
                                        </p:attrNameLst>
                                      </p:cBhvr>
                                      <p:to>
                                        <p:strVal val="visible"/>
                                      </p:to>
                                    </p:set>
                                    <p:animEffect transition="in" filter="wipe(down)">
                                      <p:cBhvr>
                                        <p:cTn id="124" dur="500"/>
                                        <p:tgtEl>
                                          <p:spTgt spid="110"/>
                                        </p:tgtEl>
                                      </p:cBhvr>
                                    </p:animEffect>
                                  </p:childTnLst>
                                </p:cTn>
                              </p:par>
                            </p:childTnLst>
                          </p:cTn>
                        </p:par>
                        <p:par>
                          <p:cTn id="125" fill="hold">
                            <p:stCondLst>
                              <p:cond delay="23950"/>
                            </p:stCondLst>
                            <p:childTnLst>
                              <p:par>
                                <p:cTn id="126" presetID="22" presetClass="entr" presetSubtype="4" fill="hold" grpId="0" nodeType="afterEffect">
                                  <p:stCondLst>
                                    <p:cond delay="0"/>
                                  </p:stCondLst>
                                  <p:childTnLst>
                                    <p:set>
                                      <p:cBhvr>
                                        <p:cTn id="127" dur="1" fill="hold">
                                          <p:stCondLst>
                                            <p:cond delay="0"/>
                                          </p:stCondLst>
                                        </p:cTn>
                                        <p:tgtEl>
                                          <p:spTgt spid="111"/>
                                        </p:tgtEl>
                                        <p:attrNameLst>
                                          <p:attrName>style.visibility</p:attrName>
                                        </p:attrNameLst>
                                      </p:cBhvr>
                                      <p:to>
                                        <p:strVal val="visible"/>
                                      </p:to>
                                    </p:set>
                                    <p:animEffect transition="in" filter="wipe(down)">
                                      <p:cBhvr>
                                        <p:cTn id="128" dur="500"/>
                                        <p:tgtEl>
                                          <p:spTgt spid="111"/>
                                        </p:tgtEl>
                                      </p:cBhvr>
                                    </p:animEffect>
                                  </p:childTnLst>
                                </p:cTn>
                              </p:par>
                            </p:childTnLst>
                          </p:cTn>
                        </p:par>
                        <p:par>
                          <p:cTn id="129" fill="hold">
                            <p:stCondLst>
                              <p:cond delay="24450"/>
                            </p:stCondLst>
                            <p:childTnLst>
                              <p:par>
                                <p:cTn id="130" presetID="22" presetClass="entr" presetSubtype="4" fill="hold" grpId="0" nodeType="afterEffect">
                                  <p:stCondLst>
                                    <p:cond delay="0"/>
                                  </p:stCondLst>
                                  <p:childTnLst>
                                    <p:set>
                                      <p:cBhvr>
                                        <p:cTn id="131" dur="1" fill="hold">
                                          <p:stCondLst>
                                            <p:cond delay="0"/>
                                          </p:stCondLst>
                                        </p:cTn>
                                        <p:tgtEl>
                                          <p:spTgt spid="112"/>
                                        </p:tgtEl>
                                        <p:attrNameLst>
                                          <p:attrName>style.visibility</p:attrName>
                                        </p:attrNameLst>
                                      </p:cBhvr>
                                      <p:to>
                                        <p:strVal val="visible"/>
                                      </p:to>
                                    </p:set>
                                    <p:animEffect transition="in" filter="wipe(down)">
                                      <p:cBhvr>
                                        <p:cTn id="132" dur="500"/>
                                        <p:tgtEl>
                                          <p:spTgt spid="112"/>
                                        </p:tgtEl>
                                      </p:cBhvr>
                                    </p:animEffect>
                                  </p:childTnLst>
                                </p:cTn>
                              </p:par>
                            </p:childTnLst>
                          </p:cTn>
                        </p:par>
                        <p:par>
                          <p:cTn id="133" fill="hold">
                            <p:stCondLst>
                              <p:cond delay="24950"/>
                            </p:stCondLst>
                            <p:childTnLst>
                              <p:par>
                                <p:cTn id="134" presetID="22" presetClass="entr" presetSubtype="4" fill="hold" grpId="0" nodeType="afterEffect">
                                  <p:stCondLst>
                                    <p:cond delay="0"/>
                                  </p:stCondLst>
                                  <p:childTnLst>
                                    <p:set>
                                      <p:cBhvr>
                                        <p:cTn id="135" dur="1" fill="hold">
                                          <p:stCondLst>
                                            <p:cond delay="0"/>
                                          </p:stCondLst>
                                        </p:cTn>
                                        <p:tgtEl>
                                          <p:spTgt spid="113"/>
                                        </p:tgtEl>
                                        <p:attrNameLst>
                                          <p:attrName>style.visibility</p:attrName>
                                        </p:attrNameLst>
                                      </p:cBhvr>
                                      <p:to>
                                        <p:strVal val="visible"/>
                                      </p:to>
                                    </p:set>
                                    <p:animEffect transition="in" filter="wipe(down)">
                                      <p:cBhvr>
                                        <p:cTn id="136" dur="500"/>
                                        <p:tgtEl>
                                          <p:spTgt spid="113"/>
                                        </p:tgtEl>
                                      </p:cBhvr>
                                    </p:animEffect>
                                  </p:childTnLst>
                                </p:cTn>
                              </p:par>
                            </p:childTnLst>
                          </p:cTn>
                        </p:par>
                        <p:par>
                          <p:cTn id="137" fill="hold">
                            <p:stCondLst>
                              <p:cond delay="25450"/>
                            </p:stCondLst>
                            <p:childTnLst>
                              <p:par>
                                <p:cTn id="138" presetID="22" presetClass="entr" presetSubtype="4" fill="hold" grpId="0" nodeType="afterEffect">
                                  <p:stCondLst>
                                    <p:cond delay="0"/>
                                  </p:stCondLst>
                                  <p:childTnLst>
                                    <p:set>
                                      <p:cBhvr>
                                        <p:cTn id="139" dur="1" fill="hold">
                                          <p:stCondLst>
                                            <p:cond delay="0"/>
                                          </p:stCondLst>
                                        </p:cTn>
                                        <p:tgtEl>
                                          <p:spTgt spid="114"/>
                                        </p:tgtEl>
                                        <p:attrNameLst>
                                          <p:attrName>style.visibility</p:attrName>
                                        </p:attrNameLst>
                                      </p:cBhvr>
                                      <p:to>
                                        <p:strVal val="visible"/>
                                      </p:to>
                                    </p:set>
                                    <p:animEffect transition="in" filter="wipe(down)">
                                      <p:cBhvr>
                                        <p:cTn id="140" dur="500"/>
                                        <p:tgtEl>
                                          <p:spTgt spid="114"/>
                                        </p:tgtEl>
                                      </p:cBhvr>
                                    </p:animEffect>
                                  </p:childTnLst>
                                </p:cTn>
                              </p:par>
                            </p:childTnLst>
                          </p:cTn>
                        </p:par>
                        <p:par>
                          <p:cTn id="141" fill="hold">
                            <p:stCondLst>
                              <p:cond delay="25950"/>
                            </p:stCondLst>
                            <p:childTnLst>
                              <p:par>
                                <p:cTn id="142" presetID="22" presetClass="entr" presetSubtype="4" fill="hold" grpId="0" nodeType="afterEffect">
                                  <p:stCondLst>
                                    <p:cond delay="0"/>
                                  </p:stCondLst>
                                  <p:childTnLst>
                                    <p:set>
                                      <p:cBhvr>
                                        <p:cTn id="143" dur="1" fill="hold">
                                          <p:stCondLst>
                                            <p:cond delay="0"/>
                                          </p:stCondLst>
                                        </p:cTn>
                                        <p:tgtEl>
                                          <p:spTgt spid="115"/>
                                        </p:tgtEl>
                                        <p:attrNameLst>
                                          <p:attrName>style.visibility</p:attrName>
                                        </p:attrNameLst>
                                      </p:cBhvr>
                                      <p:to>
                                        <p:strVal val="visible"/>
                                      </p:to>
                                    </p:set>
                                    <p:animEffect transition="in" filter="wipe(down)">
                                      <p:cBhvr>
                                        <p:cTn id="144" dur="500"/>
                                        <p:tgtEl>
                                          <p:spTgt spid="115"/>
                                        </p:tgtEl>
                                      </p:cBhvr>
                                    </p:animEffect>
                                  </p:childTnLst>
                                </p:cTn>
                              </p:par>
                            </p:childTnLst>
                          </p:cTn>
                        </p:par>
                        <p:par>
                          <p:cTn id="145" fill="hold">
                            <p:stCondLst>
                              <p:cond delay="26450"/>
                            </p:stCondLst>
                            <p:childTnLst>
                              <p:par>
                                <p:cTn id="146" presetID="22" presetClass="entr" presetSubtype="4" fill="hold" grpId="0" nodeType="afterEffect">
                                  <p:stCondLst>
                                    <p:cond delay="0"/>
                                  </p:stCondLst>
                                  <p:childTnLst>
                                    <p:set>
                                      <p:cBhvr>
                                        <p:cTn id="147" dur="1" fill="hold">
                                          <p:stCondLst>
                                            <p:cond delay="0"/>
                                          </p:stCondLst>
                                        </p:cTn>
                                        <p:tgtEl>
                                          <p:spTgt spid="116"/>
                                        </p:tgtEl>
                                        <p:attrNameLst>
                                          <p:attrName>style.visibility</p:attrName>
                                        </p:attrNameLst>
                                      </p:cBhvr>
                                      <p:to>
                                        <p:strVal val="visible"/>
                                      </p:to>
                                    </p:set>
                                    <p:animEffect transition="in" filter="wipe(down)">
                                      <p:cBhvr>
                                        <p:cTn id="148" dur="500"/>
                                        <p:tgtEl>
                                          <p:spTgt spid="116"/>
                                        </p:tgtEl>
                                      </p:cBhvr>
                                    </p:animEffect>
                                  </p:childTnLst>
                                </p:cTn>
                              </p:par>
                            </p:childTnLst>
                          </p:cTn>
                        </p:par>
                        <p:par>
                          <p:cTn id="149" fill="hold">
                            <p:stCondLst>
                              <p:cond delay="26950"/>
                            </p:stCondLst>
                            <p:childTnLst>
                              <p:par>
                                <p:cTn id="150" presetID="22" presetClass="entr" presetSubtype="4" fill="hold" grpId="0" nodeType="afterEffect">
                                  <p:stCondLst>
                                    <p:cond delay="0"/>
                                  </p:stCondLst>
                                  <p:childTnLst>
                                    <p:set>
                                      <p:cBhvr>
                                        <p:cTn id="151" dur="1" fill="hold">
                                          <p:stCondLst>
                                            <p:cond delay="0"/>
                                          </p:stCondLst>
                                        </p:cTn>
                                        <p:tgtEl>
                                          <p:spTgt spid="117"/>
                                        </p:tgtEl>
                                        <p:attrNameLst>
                                          <p:attrName>style.visibility</p:attrName>
                                        </p:attrNameLst>
                                      </p:cBhvr>
                                      <p:to>
                                        <p:strVal val="visible"/>
                                      </p:to>
                                    </p:set>
                                    <p:animEffect transition="in" filter="wipe(down)">
                                      <p:cBhvr>
                                        <p:cTn id="152" dur="500"/>
                                        <p:tgtEl>
                                          <p:spTgt spid="117"/>
                                        </p:tgtEl>
                                      </p:cBhvr>
                                    </p:animEffect>
                                  </p:childTnLst>
                                </p:cTn>
                              </p:par>
                            </p:childTnLst>
                          </p:cTn>
                        </p:par>
                        <p:par>
                          <p:cTn id="153" fill="hold">
                            <p:stCondLst>
                              <p:cond delay="27450"/>
                            </p:stCondLst>
                            <p:childTnLst>
                              <p:par>
                                <p:cTn id="154" presetID="22" presetClass="entr" presetSubtype="4" fill="hold" grpId="0" nodeType="afterEffect">
                                  <p:stCondLst>
                                    <p:cond delay="0"/>
                                  </p:stCondLst>
                                  <p:childTnLst>
                                    <p:set>
                                      <p:cBhvr>
                                        <p:cTn id="155" dur="1" fill="hold">
                                          <p:stCondLst>
                                            <p:cond delay="0"/>
                                          </p:stCondLst>
                                        </p:cTn>
                                        <p:tgtEl>
                                          <p:spTgt spid="118"/>
                                        </p:tgtEl>
                                        <p:attrNameLst>
                                          <p:attrName>style.visibility</p:attrName>
                                        </p:attrNameLst>
                                      </p:cBhvr>
                                      <p:to>
                                        <p:strVal val="visible"/>
                                      </p:to>
                                    </p:set>
                                    <p:animEffect transition="in" filter="wipe(down)">
                                      <p:cBhvr>
                                        <p:cTn id="156" dur="500"/>
                                        <p:tgtEl>
                                          <p:spTgt spid="118"/>
                                        </p:tgtEl>
                                      </p:cBhvr>
                                    </p:animEffect>
                                  </p:childTnLst>
                                </p:cTn>
                              </p:par>
                            </p:childTnLst>
                          </p:cTn>
                        </p:par>
                        <p:par>
                          <p:cTn id="157" fill="hold">
                            <p:stCondLst>
                              <p:cond delay="27950"/>
                            </p:stCondLst>
                            <p:childTnLst>
                              <p:par>
                                <p:cTn id="158" presetID="22" presetClass="entr" presetSubtype="4" fill="hold" grpId="0" nodeType="afterEffect">
                                  <p:stCondLst>
                                    <p:cond delay="0"/>
                                  </p:stCondLst>
                                  <p:childTnLst>
                                    <p:set>
                                      <p:cBhvr>
                                        <p:cTn id="159" dur="1" fill="hold">
                                          <p:stCondLst>
                                            <p:cond delay="0"/>
                                          </p:stCondLst>
                                        </p:cTn>
                                        <p:tgtEl>
                                          <p:spTgt spid="119"/>
                                        </p:tgtEl>
                                        <p:attrNameLst>
                                          <p:attrName>style.visibility</p:attrName>
                                        </p:attrNameLst>
                                      </p:cBhvr>
                                      <p:to>
                                        <p:strVal val="visible"/>
                                      </p:to>
                                    </p:set>
                                    <p:animEffect transition="in" filter="wipe(down)">
                                      <p:cBhvr>
                                        <p:cTn id="160" dur="500"/>
                                        <p:tgtEl>
                                          <p:spTgt spid="119"/>
                                        </p:tgtEl>
                                      </p:cBhvr>
                                    </p:animEffect>
                                  </p:childTnLst>
                                </p:cTn>
                              </p:par>
                            </p:childTnLst>
                          </p:cTn>
                        </p:par>
                        <p:par>
                          <p:cTn id="161" fill="hold">
                            <p:stCondLst>
                              <p:cond delay="28450"/>
                            </p:stCondLst>
                            <p:childTnLst>
                              <p:par>
                                <p:cTn id="162" presetID="22" presetClass="entr" presetSubtype="4" fill="hold" grpId="0" nodeType="afterEffect">
                                  <p:stCondLst>
                                    <p:cond delay="0"/>
                                  </p:stCondLst>
                                  <p:childTnLst>
                                    <p:set>
                                      <p:cBhvr>
                                        <p:cTn id="163" dur="1" fill="hold">
                                          <p:stCondLst>
                                            <p:cond delay="0"/>
                                          </p:stCondLst>
                                        </p:cTn>
                                        <p:tgtEl>
                                          <p:spTgt spid="120"/>
                                        </p:tgtEl>
                                        <p:attrNameLst>
                                          <p:attrName>style.visibility</p:attrName>
                                        </p:attrNameLst>
                                      </p:cBhvr>
                                      <p:to>
                                        <p:strVal val="visible"/>
                                      </p:to>
                                    </p:set>
                                    <p:animEffect transition="in" filter="wipe(down)">
                                      <p:cBhvr>
                                        <p:cTn id="164" dur="500"/>
                                        <p:tgtEl>
                                          <p:spTgt spid="120"/>
                                        </p:tgtEl>
                                      </p:cBhvr>
                                    </p:animEffect>
                                  </p:childTnLst>
                                </p:cTn>
                              </p:par>
                            </p:childTnLst>
                          </p:cTn>
                        </p:par>
                        <p:par>
                          <p:cTn id="165" fill="hold">
                            <p:stCondLst>
                              <p:cond delay="28950"/>
                            </p:stCondLst>
                            <p:childTnLst>
                              <p:par>
                                <p:cTn id="166" presetID="22" presetClass="entr" presetSubtype="4" fill="hold" grpId="0" nodeType="afterEffect">
                                  <p:stCondLst>
                                    <p:cond delay="0"/>
                                  </p:stCondLst>
                                  <p:childTnLst>
                                    <p:set>
                                      <p:cBhvr>
                                        <p:cTn id="167" dur="1" fill="hold">
                                          <p:stCondLst>
                                            <p:cond delay="0"/>
                                          </p:stCondLst>
                                        </p:cTn>
                                        <p:tgtEl>
                                          <p:spTgt spid="121"/>
                                        </p:tgtEl>
                                        <p:attrNameLst>
                                          <p:attrName>style.visibility</p:attrName>
                                        </p:attrNameLst>
                                      </p:cBhvr>
                                      <p:to>
                                        <p:strVal val="visible"/>
                                      </p:to>
                                    </p:set>
                                    <p:animEffect transition="in" filter="wipe(down)">
                                      <p:cBhvr>
                                        <p:cTn id="168" dur="500"/>
                                        <p:tgtEl>
                                          <p:spTgt spid="121"/>
                                        </p:tgtEl>
                                      </p:cBhvr>
                                    </p:animEffect>
                                  </p:childTnLst>
                                </p:cTn>
                              </p:par>
                            </p:childTnLst>
                          </p:cTn>
                        </p:par>
                        <p:par>
                          <p:cTn id="169" fill="hold">
                            <p:stCondLst>
                              <p:cond delay="29450"/>
                            </p:stCondLst>
                            <p:childTnLst>
                              <p:par>
                                <p:cTn id="170" presetID="22" presetClass="entr" presetSubtype="4" fill="hold" grpId="0" nodeType="afterEffect">
                                  <p:stCondLst>
                                    <p:cond delay="0"/>
                                  </p:stCondLst>
                                  <p:childTnLst>
                                    <p:set>
                                      <p:cBhvr>
                                        <p:cTn id="171" dur="1" fill="hold">
                                          <p:stCondLst>
                                            <p:cond delay="0"/>
                                          </p:stCondLst>
                                        </p:cTn>
                                        <p:tgtEl>
                                          <p:spTgt spid="122"/>
                                        </p:tgtEl>
                                        <p:attrNameLst>
                                          <p:attrName>style.visibility</p:attrName>
                                        </p:attrNameLst>
                                      </p:cBhvr>
                                      <p:to>
                                        <p:strVal val="visible"/>
                                      </p:to>
                                    </p:set>
                                    <p:animEffect transition="in" filter="wipe(down)">
                                      <p:cBhvr>
                                        <p:cTn id="172" dur="500"/>
                                        <p:tgtEl>
                                          <p:spTgt spid="122"/>
                                        </p:tgtEl>
                                      </p:cBhvr>
                                    </p:animEffect>
                                  </p:childTnLst>
                                </p:cTn>
                              </p:par>
                            </p:childTnLst>
                          </p:cTn>
                        </p:par>
                        <p:par>
                          <p:cTn id="173" fill="hold">
                            <p:stCondLst>
                              <p:cond delay="29950"/>
                            </p:stCondLst>
                            <p:childTnLst>
                              <p:par>
                                <p:cTn id="174" presetID="22" presetClass="entr" presetSubtype="4" fill="hold" grpId="0" nodeType="afterEffect">
                                  <p:stCondLst>
                                    <p:cond delay="0"/>
                                  </p:stCondLst>
                                  <p:childTnLst>
                                    <p:set>
                                      <p:cBhvr>
                                        <p:cTn id="175" dur="1" fill="hold">
                                          <p:stCondLst>
                                            <p:cond delay="0"/>
                                          </p:stCondLst>
                                        </p:cTn>
                                        <p:tgtEl>
                                          <p:spTgt spid="123"/>
                                        </p:tgtEl>
                                        <p:attrNameLst>
                                          <p:attrName>style.visibility</p:attrName>
                                        </p:attrNameLst>
                                      </p:cBhvr>
                                      <p:to>
                                        <p:strVal val="visible"/>
                                      </p:to>
                                    </p:set>
                                    <p:animEffect transition="in" filter="wipe(down)">
                                      <p:cBhvr>
                                        <p:cTn id="176" dur="500"/>
                                        <p:tgtEl>
                                          <p:spTgt spid="123"/>
                                        </p:tgtEl>
                                      </p:cBhvr>
                                    </p:animEffect>
                                  </p:childTnLst>
                                </p:cTn>
                              </p:par>
                            </p:childTnLst>
                          </p:cTn>
                        </p:par>
                        <p:par>
                          <p:cTn id="177" fill="hold">
                            <p:stCondLst>
                              <p:cond delay="30450"/>
                            </p:stCondLst>
                            <p:childTnLst>
                              <p:par>
                                <p:cTn id="178" presetID="22" presetClass="entr" presetSubtype="4" fill="hold" grpId="0" nodeType="afterEffect">
                                  <p:stCondLst>
                                    <p:cond delay="0"/>
                                  </p:stCondLst>
                                  <p:childTnLst>
                                    <p:set>
                                      <p:cBhvr>
                                        <p:cTn id="179" dur="1" fill="hold">
                                          <p:stCondLst>
                                            <p:cond delay="0"/>
                                          </p:stCondLst>
                                        </p:cTn>
                                        <p:tgtEl>
                                          <p:spTgt spid="124"/>
                                        </p:tgtEl>
                                        <p:attrNameLst>
                                          <p:attrName>style.visibility</p:attrName>
                                        </p:attrNameLst>
                                      </p:cBhvr>
                                      <p:to>
                                        <p:strVal val="visible"/>
                                      </p:to>
                                    </p:set>
                                    <p:animEffect transition="in" filter="wipe(down)">
                                      <p:cBhvr>
                                        <p:cTn id="180" dur="500"/>
                                        <p:tgtEl>
                                          <p:spTgt spid="124"/>
                                        </p:tgtEl>
                                      </p:cBhvr>
                                    </p:animEffect>
                                  </p:childTnLst>
                                </p:cTn>
                              </p:par>
                            </p:childTnLst>
                          </p:cTn>
                        </p:par>
                        <p:par>
                          <p:cTn id="181" fill="hold">
                            <p:stCondLst>
                              <p:cond delay="30950"/>
                            </p:stCondLst>
                            <p:childTnLst>
                              <p:par>
                                <p:cTn id="182" presetID="22" presetClass="entr" presetSubtype="4" fill="hold" grpId="0" nodeType="afterEffect">
                                  <p:stCondLst>
                                    <p:cond delay="0"/>
                                  </p:stCondLst>
                                  <p:childTnLst>
                                    <p:set>
                                      <p:cBhvr>
                                        <p:cTn id="183" dur="1" fill="hold">
                                          <p:stCondLst>
                                            <p:cond delay="0"/>
                                          </p:stCondLst>
                                        </p:cTn>
                                        <p:tgtEl>
                                          <p:spTgt spid="125"/>
                                        </p:tgtEl>
                                        <p:attrNameLst>
                                          <p:attrName>style.visibility</p:attrName>
                                        </p:attrNameLst>
                                      </p:cBhvr>
                                      <p:to>
                                        <p:strVal val="visible"/>
                                      </p:to>
                                    </p:set>
                                    <p:animEffect transition="in" filter="wipe(down)">
                                      <p:cBhvr>
                                        <p:cTn id="184" dur="500"/>
                                        <p:tgtEl>
                                          <p:spTgt spid="125"/>
                                        </p:tgtEl>
                                      </p:cBhvr>
                                    </p:animEffect>
                                  </p:childTnLst>
                                </p:cTn>
                              </p:par>
                            </p:childTnLst>
                          </p:cTn>
                        </p:par>
                        <p:par>
                          <p:cTn id="185" fill="hold">
                            <p:stCondLst>
                              <p:cond delay="31450"/>
                            </p:stCondLst>
                            <p:childTnLst>
                              <p:par>
                                <p:cTn id="186" presetID="22" presetClass="entr" presetSubtype="4" fill="hold" grpId="0" nodeType="afterEffect">
                                  <p:stCondLst>
                                    <p:cond delay="0"/>
                                  </p:stCondLst>
                                  <p:childTnLst>
                                    <p:set>
                                      <p:cBhvr>
                                        <p:cTn id="187" dur="1" fill="hold">
                                          <p:stCondLst>
                                            <p:cond delay="0"/>
                                          </p:stCondLst>
                                        </p:cTn>
                                        <p:tgtEl>
                                          <p:spTgt spid="126"/>
                                        </p:tgtEl>
                                        <p:attrNameLst>
                                          <p:attrName>style.visibility</p:attrName>
                                        </p:attrNameLst>
                                      </p:cBhvr>
                                      <p:to>
                                        <p:strVal val="visible"/>
                                      </p:to>
                                    </p:set>
                                    <p:animEffect transition="in" filter="wipe(down)">
                                      <p:cBhvr>
                                        <p:cTn id="188" dur="500"/>
                                        <p:tgtEl>
                                          <p:spTgt spid="126"/>
                                        </p:tgtEl>
                                      </p:cBhvr>
                                    </p:animEffect>
                                  </p:childTnLst>
                                </p:cTn>
                              </p:par>
                            </p:childTnLst>
                          </p:cTn>
                        </p:par>
                        <p:par>
                          <p:cTn id="189" fill="hold">
                            <p:stCondLst>
                              <p:cond delay="31950"/>
                            </p:stCondLst>
                            <p:childTnLst>
                              <p:par>
                                <p:cTn id="190" presetID="22" presetClass="entr" presetSubtype="4" fill="hold" grpId="0" nodeType="afterEffect">
                                  <p:stCondLst>
                                    <p:cond delay="0"/>
                                  </p:stCondLst>
                                  <p:childTnLst>
                                    <p:set>
                                      <p:cBhvr>
                                        <p:cTn id="191" dur="1" fill="hold">
                                          <p:stCondLst>
                                            <p:cond delay="0"/>
                                          </p:stCondLst>
                                        </p:cTn>
                                        <p:tgtEl>
                                          <p:spTgt spid="127"/>
                                        </p:tgtEl>
                                        <p:attrNameLst>
                                          <p:attrName>style.visibility</p:attrName>
                                        </p:attrNameLst>
                                      </p:cBhvr>
                                      <p:to>
                                        <p:strVal val="visible"/>
                                      </p:to>
                                    </p:set>
                                    <p:animEffect transition="in" filter="wipe(down)">
                                      <p:cBhvr>
                                        <p:cTn id="192" dur="500"/>
                                        <p:tgtEl>
                                          <p:spTgt spid="127"/>
                                        </p:tgtEl>
                                      </p:cBhvr>
                                    </p:animEffect>
                                  </p:childTnLst>
                                </p:cTn>
                              </p:par>
                            </p:childTnLst>
                          </p:cTn>
                        </p:par>
                        <p:par>
                          <p:cTn id="193" fill="hold">
                            <p:stCondLst>
                              <p:cond delay="32450"/>
                            </p:stCondLst>
                            <p:childTnLst>
                              <p:par>
                                <p:cTn id="194" presetID="22" presetClass="entr" presetSubtype="4" fill="hold" grpId="0" nodeType="afterEffect">
                                  <p:stCondLst>
                                    <p:cond delay="0"/>
                                  </p:stCondLst>
                                  <p:childTnLst>
                                    <p:set>
                                      <p:cBhvr>
                                        <p:cTn id="195" dur="1" fill="hold">
                                          <p:stCondLst>
                                            <p:cond delay="0"/>
                                          </p:stCondLst>
                                        </p:cTn>
                                        <p:tgtEl>
                                          <p:spTgt spid="128"/>
                                        </p:tgtEl>
                                        <p:attrNameLst>
                                          <p:attrName>style.visibility</p:attrName>
                                        </p:attrNameLst>
                                      </p:cBhvr>
                                      <p:to>
                                        <p:strVal val="visible"/>
                                      </p:to>
                                    </p:set>
                                    <p:animEffect transition="in" filter="wipe(down)">
                                      <p:cBhvr>
                                        <p:cTn id="196" dur="500"/>
                                        <p:tgtEl>
                                          <p:spTgt spid="128"/>
                                        </p:tgtEl>
                                      </p:cBhvr>
                                    </p:animEffect>
                                  </p:childTnLst>
                                </p:cTn>
                              </p:par>
                            </p:childTnLst>
                          </p:cTn>
                        </p:par>
                        <p:par>
                          <p:cTn id="197" fill="hold">
                            <p:stCondLst>
                              <p:cond delay="32950"/>
                            </p:stCondLst>
                            <p:childTnLst>
                              <p:par>
                                <p:cTn id="198" presetID="22" presetClass="entr" presetSubtype="4" fill="hold" grpId="0" nodeType="afterEffect">
                                  <p:stCondLst>
                                    <p:cond delay="0"/>
                                  </p:stCondLst>
                                  <p:childTnLst>
                                    <p:set>
                                      <p:cBhvr>
                                        <p:cTn id="199" dur="1" fill="hold">
                                          <p:stCondLst>
                                            <p:cond delay="0"/>
                                          </p:stCondLst>
                                        </p:cTn>
                                        <p:tgtEl>
                                          <p:spTgt spid="129"/>
                                        </p:tgtEl>
                                        <p:attrNameLst>
                                          <p:attrName>style.visibility</p:attrName>
                                        </p:attrNameLst>
                                      </p:cBhvr>
                                      <p:to>
                                        <p:strVal val="visible"/>
                                      </p:to>
                                    </p:set>
                                    <p:animEffect transition="in" filter="wipe(down)">
                                      <p:cBhvr>
                                        <p:cTn id="200" dur="500"/>
                                        <p:tgtEl>
                                          <p:spTgt spid="129"/>
                                        </p:tgtEl>
                                      </p:cBhvr>
                                    </p:animEffect>
                                  </p:childTnLst>
                                </p:cTn>
                              </p:par>
                            </p:childTnLst>
                          </p:cTn>
                        </p:par>
                        <p:par>
                          <p:cTn id="201" fill="hold">
                            <p:stCondLst>
                              <p:cond delay="33450"/>
                            </p:stCondLst>
                            <p:childTnLst>
                              <p:par>
                                <p:cTn id="202" presetID="22" presetClass="entr" presetSubtype="4" fill="hold" grpId="0" nodeType="afterEffect">
                                  <p:stCondLst>
                                    <p:cond delay="0"/>
                                  </p:stCondLst>
                                  <p:childTnLst>
                                    <p:set>
                                      <p:cBhvr>
                                        <p:cTn id="203" dur="1" fill="hold">
                                          <p:stCondLst>
                                            <p:cond delay="0"/>
                                          </p:stCondLst>
                                        </p:cTn>
                                        <p:tgtEl>
                                          <p:spTgt spid="130"/>
                                        </p:tgtEl>
                                        <p:attrNameLst>
                                          <p:attrName>style.visibility</p:attrName>
                                        </p:attrNameLst>
                                      </p:cBhvr>
                                      <p:to>
                                        <p:strVal val="visible"/>
                                      </p:to>
                                    </p:set>
                                    <p:animEffect transition="in" filter="wipe(down)">
                                      <p:cBhvr>
                                        <p:cTn id="204" dur="500"/>
                                        <p:tgtEl>
                                          <p:spTgt spid="130"/>
                                        </p:tgtEl>
                                      </p:cBhvr>
                                    </p:animEffect>
                                  </p:childTnLst>
                                </p:cTn>
                              </p:par>
                            </p:childTnLst>
                          </p:cTn>
                        </p:par>
                        <p:par>
                          <p:cTn id="205" fill="hold">
                            <p:stCondLst>
                              <p:cond delay="33950"/>
                            </p:stCondLst>
                            <p:childTnLst>
                              <p:par>
                                <p:cTn id="206" presetID="22" presetClass="entr" presetSubtype="4" fill="hold" grpId="0" nodeType="afterEffect">
                                  <p:stCondLst>
                                    <p:cond delay="0"/>
                                  </p:stCondLst>
                                  <p:childTnLst>
                                    <p:set>
                                      <p:cBhvr>
                                        <p:cTn id="207" dur="1" fill="hold">
                                          <p:stCondLst>
                                            <p:cond delay="0"/>
                                          </p:stCondLst>
                                        </p:cTn>
                                        <p:tgtEl>
                                          <p:spTgt spid="131"/>
                                        </p:tgtEl>
                                        <p:attrNameLst>
                                          <p:attrName>style.visibility</p:attrName>
                                        </p:attrNameLst>
                                      </p:cBhvr>
                                      <p:to>
                                        <p:strVal val="visible"/>
                                      </p:to>
                                    </p:set>
                                    <p:animEffect transition="in" filter="wipe(down)">
                                      <p:cBhvr>
                                        <p:cTn id="208"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5"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by="(-#ppt_w*2)" calcmode="lin" valueType="num">
                                      <p:cBhvr rctx="PPT">
                                        <p:cTn id="7" dur="250" autoRev="1" fill="hold">
                                          <p:stCondLst>
                                            <p:cond delay="0"/>
                                          </p:stCondLst>
                                        </p:cTn>
                                        <p:tgtEl>
                                          <p:spTgt spid="3"/>
                                        </p:tgtEl>
                                        <p:attrNameLst>
                                          <p:attrName>ppt_w</p:attrName>
                                        </p:attrNameLst>
                                      </p:cBhvr>
                                    </p:anim>
                                    <p:anim by="(#ppt_w*0.50)" calcmode="lin" valueType="num">
                                      <p:cBhvr>
                                        <p:cTn id="8" dur="250" decel="50000" autoRev="1" fill="hold">
                                          <p:stCondLst>
                                            <p:cond delay="0"/>
                                          </p:stCondLst>
                                        </p:cTn>
                                        <p:tgtEl>
                                          <p:spTgt spid="3"/>
                                        </p:tgtEl>
                                        <p:attrNameLst>
                                          <p:attrName>ppt_x</p:attrName>
                                        </p:attrNameLst>
                                      </p:cBhvr>
                                    </p:anim>
                                    <p:anim from="(-#ppt_h/2)" to="(#ppt_y)" calcmode="lin" valueType="num">
                                      <p:cBhvr>
                                        <p:cTn id="9" dur="500" fill="hold">
                                          <p:stCondLst>
                                            <p:cond delay="0"/>
                                          </p:stCondLst>
                                        </p:cTn>
                                        <p:tgtEl>
                                          <p:spTgt spid="3"/>
                                        </p:tgtEl>
                                        <p:attrNameLst>
                                          <p:attrName>ppt_y</p:attrName>
                                        </p:attrNameLst>
                                      </p:cBhvr>
                                    </p:anim>
                                    <p:animRot by="21600000">
                                      <p:cBhvr>
                                        <p:cTn id="10" dur="500" fill="hold">
                                          <p:stCondLst>
                                            <p:cond delay="0"/>
                                          </p:stCondLst>
                                        </p:cTn>
                                        <p:tgtEl>
                                          <p:spTgt spid="3"/>
                                        </p:tgtEl>
                                        <p:attrNameLst>
                                          <p:attrName>r</p:attrName>
                                        </p:attrNameLst>
                                      </p:cBhvr>
                                    </p:animRot>
                                  </p:childTnLst>
                                </p:cTn>
                              </p:par>
                            </p:childTnLst>
                          </p:cTn>
                        </p:par>
                        <p:par>
                          <p:cTn id="11" fill="hold">
                            <p:stCondLst>
                              <p:cond delay="1500"/>
                            </p:stCondLst>
                            <p:childTnLst>
                              <p:par>
                                <p:cTn id="12" presetID="37" presetClass="entr" presetSubtype="0" fill="hold" grpId="0" nodeType="afterEffect">
                                  <p:stCondLst>
                                    <p:cond delay="3000"/>
                                  </p:stCondLst>
                                  <p:childTnLst>
                                    <p:set>
                                      <p:cBhvr>
                                        <p:cTn id="13" dur="1" fill="hold">
                                          <p:stCondLst>
                                            <p:cond delay="0"/>
                                          </p:stCondLst>
                                        </p:cTn>
                                        <p:tgtEl>
                                          <p:spTgt spid="27"/>
                                        </p:tgtEl>
                                        <p:attrNameLst>
                                          <p:attrName>style.visibility</p:attrName>
                                        </p:attrNameLst>
                                      </p:cBhvr>
                                      <p:to>
                                        <p:strVal val="visible"/>
                                      </p:to>
                                    </p:set>
                                    <p:animEffect transition="in" filter="fade">
                                      <p:cBhvr>
                                        <p:cTn id="14" dur="1000"/>
                                        <p:tgtEl>
                                          <p:spTgt spid="27"/>
                                        </p:tgtEl>
                                      </p:cBhvr>
                                    </p:animEffect>
                                    <p:anim calcmode="lin" valueType="num">
                                      <p:cBhvr>
                                        <p:cTn id="15" dur="1000" fill="hold"/>
                                        <p:tgtEl>
                                          <p:spTgt spid="27"/>
                                        </p:tgtEl>
                                        <p:attrNameLst>
                                          <p:attrName>ppt_x</p:attrName>
                                        </p:attrNameLst>
                                      </p:cBhvr>
                                      <p:tavLst>
                                        <p:tav tm="0">
                                          <p:val>
                                            <p:strVal val="#ppt_x"/>
                                          </p:val>
                                        </p:tav>
                                        <p:tav tm="100000">
                                          <p:val>
                                            <p:strVal val="#ppt_x"/>
                                          </p:val>
                                        </p:tav>
                                      </p:tavLst>
                                    </p:anim>
                                    <p:anim calcmode="lin" valueType="num">
                                      <p:cBhvr>
                                        <p:cTn id="16" dur="900" decel="100000" fill="hold"/>
                                        <p:tgtEl>
                                          <p:spTgt spid="27"/>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27"/>
                                        </p:tgtEl>
                                        <p:attrNameLst>
                                          <p:attrName>ppt_y</p:attrName>
                                        </p:attrNameLst>
                                      </p:cBhvr>
                                      <p:tavLst>
                                        <p:tav tm="0">
                                          <p:val>
                                            <p:strVal val="#ppt_y-.03"/>
                                          </p:val>
                                        </p:tav>
                                        <p:tav tm="100000">
                                          <p:val>
                                            <p:strVal val="#ppt_y"/>
                                          </p:val>
                                        </p:tav>
                                      </p:tavLst>
                                    </p:anim>
                                  </p:childTnLst>
                                </p:cTn>
                              </p:par>
                            </p:childTnLst>
                          </p:cTn>
                        </p:par>
                        <p:par>
                          <p:cTn id="18" fill="hold">
                            <p:stCondLst>
                              <p:cond delay="5500"/>
                            </p:stCondLst>
                            <p:childTnLst>
                              <p:par>
                                <p:cTn id="19" presetID="37" presetClass="entr" presetSubtype="0"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1000"/>
                                        <p:tgtEl>
                                          <p:spTgt spid="28"/>
                                        </p:tgtEl>
                                      </p:cBhvr>
                                    </p:animEffect>
                                    <p:anim calcmode="lin" valueType="num">
                                      <p:cBhvr>
                                        <p:cTn id="22" dur="1000" fill="hold"/>
                                        <p:tgtEl>
                                          <p:spTgt spid="28"/>
                                        </p:tgtEl>
                                        <p:attrNameLst>
                                          <p:attrName>ppt_x</p:attrName>
                                        </p:attrNameLst>
                                      </p:cBhvr>
                                      <p:tavLst>
                                        <p:tav tm="0">
                                          <p:val>
                                            <p:strVal val="#ppt_x"/>
                                          </p:val>
                                        </p:tav>
                                        <p:tav tm="100000">
                                          <p:val>
                                            <p:strVal val="#ppt_x"/>
                                          </p:val>
                                        </p:tav>
                                      </p:tavLst>
                                    </p:anim>
                                    <p:anim calcmode="lin" valueType="num">
                                      <p:cBhvr>
                                        <p:cTn id="23" dur="900" decel="100000" fill="hold"/>
                                        <p:tgtEl>
                                          <p:spTgt spid="28"/>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28"/>
                                        </p:tgtEl>
                                        <p:attrNameLst>
                                          <p:attrName>ppt_y</p:attrName>
                                        </p:attrNameLst>
                                      </p:cBhvr>
                                      <p:tavLst>
                                        <p:tav tm="0">
                                          <p:val>
                                            <p:strVal val="#ppt_y-.03"/>
                                          </p:val>
                                        </p:tav>
                                        <p:tav tm="100000">
                                          <p:val>
                                            <p:strVal val="#ppt_y"/>
                                          </p:val>
                                        </p:tav>
                                      </p:tavLst>
                                    </p:anim>
                                  </p:childTnLst>
                                </p:cTn>
                              </p:par>
                            </p:childTnLst>
                          </p:cTn>
                        </p:par>
                        <p:par>
                          <p:cTn id="25" fill="hold">
                            <p:stCondLst>
                              <p:cond delay="6500"/>
                            </p:stCondLst>
                            <p:childTnLst>
                              <p:par>
                                <p:cTn id="26" presetID="37" presetClass="entr" presetSubtype="0" fill="hold" grpId="0" nodeType="after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1000"/>
                                        <p:tgtEl>
                                          <p:spTgt spid="29"/>
                                        </p:tgtEl>
                                      </p:cBhvr>
                                    </p:animEffect>
                                    <p:anim calcmode="lin" valueType="num">
                                      <p:cBhvr>
                                        <p:cTn id="29" dur="1000" fill="hold"/>
                                        <p:tgtEl>
                                          <p:spTgt spid="29"/>
                                        </p:tgtEl>
                                        <p:attrNameLst>
                                          <p:attrName>ppt_x</p:attrName>
                                        </p:attrNameLst>
                                      </p:cBhvr>
                                      <p:tavLst>
                                        <p:tav tm="0">
                                          <p:val>
                                            <p:strVal val="#ppt_x"/>
                                          </p:val>
                                        </p:tav>
                                        <p:tav tm="100000">
                                          <p:val>
                                            <p:strVal val="#ppt_x"/>
                                          </p:val>
                                        </p:tav>
                                      </p:tavLst>
                                    </p:anim>
                                    <p:anim calcmode="lin" valueType="num">
                                      <p:cBhvr>
                                        <p:cTn id="30" dur="900" decel="100000" fill="hold"/>
                                        <p:tgtEl>
                                          <p:spTgt spid="29"/>
                                        </p:tgtEl>
                                        <p:attrNameLst>
                                          <p:attrName>ppt_y</p:attrName>
                                        </p:attrNameLst>
                                      </p:cBhvr>
                                      <p:tavLst>
                                        <p:tav tm="0">
                                          <p:val>
                                            <p:strVal val="#ppt_y+1"/>
                                          </p:val>
                                        </p:tav>
                                        <p:tav tm="100000">
                                          <p:val>
                                            <p:strVal val="#ppt_y-.03"/>
                                          </p:val>
                                        </p:tav>
                                      </p:tavLst>
                                    </p:anim>
                                    <p:anim calcmode="lin" valueType="num">
                                      <p:cBhvr>
                                        <p:cTn id="31" dur="100" accel="100000" fill="hold">
                                          <p:stCondLst>
                                            <p:cond delay="900"/>
                                          </p:stCondLst>
                                        </p:cTn>
                                        <p:tgtEl>
                                          <p:spTgt spid="29"/>
                                        </p:tgtEl>
                                        <p:attrNameLst>
                                          <p:attrName>ppt_y</p:attrName>
                                        </p:attrNameLst>
                                      </p:cBhvr>
                                      <p:tavLst>
                                        <p:tav tm="0">
                                          <p:val>
                                            <p:strVal val="#ppt_y-.03"/>
                                          </p:val>
                                        </p:tav>
                                        <p:tav tm="100000">
                                          <p:val>
                                            <p:strVal val="#ppt_y"/>
                                          </p:val>
                                        </p:tav>
                                      </p:tavLst>
                                    </p:anim>
                                  </p:childTnLst>
                                </p:cTn>
                              </p:par>
                            </p:childTnLst>
                          </p:cTn>
                        </p:par>
                        <p:par>
                          <p:cTn id="32" fill="hold">
                            <p:stCondLst>
                              <p:cond delay="7500"/>
                            </p:stCondLst>
                            <p:childTnLst>
                              <p:par>
                                <p:cTn id="33" presetID="37"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1000"/>
                                        <p:tgtEl>
                                          <p:spTgt spid="30"/>
                                        </p:tgtEl>
                                      </p:cBhvr>
                                    </p:animEffect>
                                    <p:anim calcmode="lin" valueType="num">
                                      <p:cBhvr>
                                        <p:cTn id="36" dur="1000" fill="hold"/>
                                        <p:tgtEl>
                                          <p:spTgt spid="30"/>
                                        </p:tgtEl>
                                        <p:attrNameLst>
                                          <p:attrName>ppt_x</p:attrName>
                                        </p:attrNameLst>
                                      </p:cBhvr>
                                      <p:tavLst>
                                        <p:tav tm="0">
                                          <p:val>
                                            <p:strVal val="#ppt_x"/>
                                          </p:val>
                                        </p:tav>
                                        <p:tav tm="100000">
                                          <p:val>
                                            <p:strVal val="#ppt_x"/>
                                          </p:val>
                                        </p:tav>
                                      </p:tavLst>
                                    </p:anim>
                                    <p:anim calcmode="lin" valueType="num">
                                      <p:cBhvr>
                                        <p:cTn id="37" dur="900" decel="100000" fill="hold"/>
                                        <p:tgtEl>
                                          <p:spTgt spid="30"/>
                                        </p:tgtEl>
                                        <p:attrNameLst>
                                          <p:attrName>ppt_y</p:attrName>
                                        </p:attrNameLst>
                                      </p:cBhvr>
                                      <p:tavLst>
                                        <p:tav tm="0">
                                          <p:val>
                                            <p:strVal val="#ppt_y+1"/>
                                          </p:val>
                                        </p:tav>
                                        <p:tav tm="100000">
                                          <p:val>
                                            <p:strVal val="#ppt_y-.03"/>
                                          </p:val>
                                        </p:tav>
                                      </p:tavLst>
                                    </p:anim>
                                    <p:anim calcmode="lin" valueType="num">
                                      <p:cBhvr>
                                        <p:cTn id="38" dur="100" accel="100000" fill="hold">
                                          <p:stCondLst>
                                            <p:cond delay="900"/>
                                          </p:stCondLst>
                                        </p:cTn>
                                        <p:tgtEl>
                                          <p:spTgt spid="30"/>
                                        </p:tgtEl>
                                        <p:attrNameLst>
                                          <p:attrName>ppt_y</p:attrName>
                                        </p:attrNameLst>
                                      </p:cBhvr>
                                      <p:tavLst>
                                        <p:tav tm="0">
                                          <p:val>
                                            <p:strVal val="#ppt_y-.03"/>
                                          </p:val>
                                        </p:tav>
                                        <p:tav tm="100000">
                                          <p:val>
                                            <p:strVal val="#ppt_y"/>
                                          </p:val>
                                        </p:tav>
                                      </p:tavLst>
                                    </p:anim>
                                  </p:childTnLst>
                                </p:cTn>
                              </p:par>
                            </p:childTnLst>
                          </p:cTn>
                        </p:par>
                        <p:par>
                          <p:cTn id="39" fill="hold">
                            <p:stCondLst>
                              <p:cond delay="8500"/>
                            </p:stCondLst>
                            <p:childTnLst>
                              <p:par>
                                <p:cTn id="40" presetID="9" presetClass="entr" presetSubtype="0" fill="hold" nodeType="afterEffect">
                                  <p:stCondLst>
                                    <p:cond delay="1000"/>
                                  </p:stCondLst>
                                  <p:childTnLst>
                                    <p:set>
                                      <p:cBhvr>
                                        <p:cTn id="41" dur="1" fill="hold">
                                          <p:stCondLst>
                                            <p:cond delay="0"/>
                                          </p:stCondLst>
                                        </p:cTn>
                                        <p:tgtEl>
                                          <p:spTgt spid="35">
                                            <p:txEl>
                                              <p:pRg st="0" end="0"/>
                                            </p:txEl>
                                          </p:spTgt>
                                        </p:tgtEl>
                                        <p:attrNameLst>
                                          <p:attrName>style.visibility</p:attrName>
                                        </p:attrNameLst>
                                      </p:cBhvr>
                                      <p:to>
                                        <p:strVal val="visible"/>
                                      </p:to>
                                    </p:set>
                                    <p:animEffect transition="in" filter="dissolve">
                                      <p:cBhvr>
                                        <p:cTn id="42" dur="500"/>
                                        <p:tgtEl>
                                          <p:spTgt spid="3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7" grpId="0" animBg="1"/>
      <p:bldP spid="28" grpId="0" animBg="1"/>
      <p:bldP spid="29" grpId="0" animBg="1"/>
      <p:bldP spid="3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b="1" dirty="0">
                <a:solidFill>
                  <a:srgbClr val="374151"/>
                </a:solidFill>
                <a:latin typeface="Calibri" pitchFamily="34" charset="0"/>
                <a:ea typeface="Calibri" pitchFamily="34" charset="-122"/>
                <a:cs typeface="Calibri" pitchFamily="34" charset="-120"/>
              </a:rPr>
              <a:t>Results: </a:t>
            </a:r>
            <a:r>
              <a:rPr lang="en-US" sz="1000" b="1" dirty="0">
                <a:solidFill>
                  <a:schemeClr val="accent6"/>
                </a:solidFill>
                <a:latin typeface="Calibri" pitchFamily="34" charset="0"/>
                <a:ea typeface="Calibri" pitchFamily="34" charset="-122"/>
                <a:cs typeface="Calibri" pitchFamily="34" charset="-120"/>
              </a:rPr>
              <a:t>90%</a:t>
            </a:r>
            <a:r>
              <a:rPr lang="en-US" sz="1000" dirty="0">
                <a:solidFill>
                  <a:srgbClr val="374151"/>
                </a:solidFill>
                <a:latin typeface="Calibri" pitchFamily="34" charset="0"/>
                <a:ea typeface="Calibri" pitchFamily="34" charset="-122"/>
                <a:cs typeface="Calibri" pitchFamily="34" charset="-120"/>
              </a:rPr>
              <a:t>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1000"/>
                                        <p:tgtEl>
                                          <p:spTgt spid="3"/>
                                        </p:tgtEl>
                                      </p:cBhvr>
                                    </p:animEffect>
                                  </p:childTnLst>
                                </p:cTn>
                              </p:par>
                            </p:childTnLst>
                          </p:cTn>
                        </p:par>
                        <p:par>
                          <p:cTn id="8" fill="hold">
                            <p:stCondLst>
                              <p:cond delay="1000"/>
                            </p:stCondLst>
                            <p:childTnLst>
                              <p:par>
                                <p:cTn id="9" presetID="41" presetClass="entr" presetSubtype="0" fill="hold" grpId="0" nodeType="afterEffect">
                                  <p:stCondLst>
                                    <p:cond delay="0"/>
                                  </p:stCondLst>
                                  <p:iterate type="lt">
                                    <p:tmPct val="10000"/>
                                  </p:iterate>
                                  <p:childTnLst>
                                    <p:set>
                                      <p:cBhvr>
                                        <p:cTn id="10" dur="1" fill="hold">
                                          <p:stCondLst>
                                            <p:cond delay="0"/>
                                          </p:stCondLst>
                                        </p:cTn>
                                        <p:tgtEl>
                                          <p:spTgt spid="2"/>
                                        </p:tgtEl>
                                        <p:attrNameLst>
                                          <p:attrName>style.visibility</p:attrName>
                                        </p:attrNameLst>
                                      </p:cBhvr>
                                      <p:to>
                                        <p:strVal val="visible"/>
                                      </p:to>
                                    </p:set>
                                    <p:anim calcmode="lin" valueType="num">
                                      <p:cBhvr>
                                        <p:cTn id="11"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12" dur="500" fill="hold"/>
                                        <p:tgtEl>
                                          <p:spTgt spid="2"/>
                                        </p:tgtEl>
                                        <p:attrNameLst>
                                          <p:attrName>ppt_y</p:attrName>
                                        </p:attrNameLst>
                                      </p:cBhvr>
                                      <p:tavLst>
                                        <p:tav tm="0">
                                          <p:val>
                                            <p:strVal val="#ppt_y"/>
                                          </p:val>
                                        </p:tav>
                                        <p:tav tm="100000">
                                          <p:val>
                                            <p:strVal val="#ppt_y"/>
                                          </p:val>
                                        </p:tav>
                                      </p:tavLst>
                                    </p:anim>
                                    <p:anim calcmode="lin" valueType="num">
                                      <p:cBhvr>
                                        <p:cTn id="13"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4"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5" dur="500" tmFilter="0,0; .5, 1; 1, 1"/>
                                        <p:tgtEl>
                                          <p:spTgt spid="2"/>
                                        </p:tgtEl>
                                      </p:cBhvr>
                                    </p:animEffect>
                                  </p:childTnLst>
                                </p:cTn>
                              </p:par>
                            </p:childTnLst>
                          </p:cTn>
                        </p:par>
                        <p:par>
                          <p:cTn id="16" fill="hold">
                            <p:stCondLst>
                              <p:cond delay="2650"/>
                            </p:stCondLst>
                            <p:childTnLst>
                              <p:par>
                                <p:cTn id="17" presetID="2" presetClass="entr" presetSubtype="4"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par>
                          <p:cTn id="21" fill="hold">
                            <p:stCondLst>
                              <p:cond delay="3150"/>
                            </p:stCondLst>
                            <p:childTnLst>
                              <p:par>
                                <p:cTn id="22" presetID="2" presetClass="entr" presetSubtype="4"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1+#ppt_h/2"/>
                                          </p:val>
                                        </p:tav>
                                        <p:tav tm="100000">
                                          <p:val>
                                            <p:strVal val="#ppt_y"/>
                                          </p:val>
                                        </p:tav>
                                      </p:tavLst>
                                    </p:anim>
                                  </p:childTnLst>
                                </p:cTn>
                              </p:par>
                            </p:childTnLst>
                          </p:cTn>
                        </p:par>
                        <p:par>
                          <p:cTn id="26" fill="hold">
                            <p:stCondLst>
                              <p:cond delay="3650"/>
                            </p:stCondLst>
                            <p:childTnLst>
                              <p:par>
                                <p:cTn id="27" presetID="2" presetClass="entr" presetSubtype="4" fill="hold" grpId="0" nodeType="afterEffect">
                                  <p:stCondLst>
                                    <p:cond delay="150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500" fill="hold"/>
                                        <p:tgtEl>
                                          <p:spTgt spid="14"/>
                                        </p:tgtEl>
                                        <p:attrNameLst>
                                          <p:attrName>ppt_x</p:attrName>
                                        </p:attrNameLst>
                                      </p:cBhvr>
                                      <p:tavLst>
                                        <p:tav tm="0">
                                          <p:val>
                                            <p:strVal val="#ppt_x"/>
                                          </p:val>
                                        </p:tav>
                                        <p:tav tm="100000">
                                          <p:val>
                                            <p:strVal val="#ppt_x"/>
                                          </p:val>
                                        </p:tav>
                                      </p:tavLst>
                                    </p:anim>
                                    <p:anim calcmode="lin" valueType="num">
                                      <p:cBhvr additive="base">
                                        <p:cTn id="30" dur="500" fill="hold"/>
                                        <p:tgtEl>
                                          <p:spTgt spid="14"/>
                                        </p:tgtEl>
                                        <p:attrNameLst>
                                          <p:attrName>ppt_y</p:attrName>
                                        </p:attrNameLst>
                                      </p:cBhvr>
                                      <p:tavLst>
                                        <p:tav tm="0">
                                          <p:val>
                                            <p:strVal val="1+#ppt_h/2"/>
                                          </p:val>
                                        </p:tav>
                                        <p:tav tm="100000">
                                          <p:val>
                                            <p:strVal val="#ppt_y"/>
                                          </p:val>
                                        </p:tav>
                                      </p:tavLst>
                                    </p:anim>
                                  </p:childTnLst>
                                </p:cTn>
                              </p:par>
                            </p:childTnLst>
                          </p:cTn>
                        </p:par>
                        <p:par>
                          <p:cTn id="31" fill="hold">
                            <p:stCondLst>
                              <p:cond delay="5650"/>
                            </p:stCondLst>
                            <p:childTnLst>
                              <p:par>
                                <p:cTn id="32" presetID="2" presetClass="entr" presetSubtype="4"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 calcmode="lin" valueType="num">
                                      <p:cBhvr additive="base">
                                        <p:cTn id="34" dur="500" fill="hold"/>
                                        <p:tgtEl>
                                          <p:spTgt spid="15"/>
                                        </p:tgtEl>
                                        <p:attrNameLst>
                                          <p:attrName>ppt_x</p:attrName>
                                        </p:attrNameLst>
                                      </p:cBhvr>
                                      <p:tavLst>
                                        <p:tav tm="0">
                                          <p:val>
                                            <p:strVal val="#ppt_x"/>
                                          </p:val>
                                        </p:tav>
                                        <p:tav tm="100000">
                                          <p:val>
                                            <p:strVal val="#ppt_x"/>
                                          </p:val>
                                        </p:tav>
                                      </p:tavLst>
                                    </p:anim>
                                    <p:anim calcmode="lin" valueType="num">
                                      <p:cBhvr additive="base">
                                        <p:cTn id="35" dur="500" fill="hold"/>
                                        <p:tgtEl>
                                          <p:spTgt spid="15"/>
                                        </p:tgtEl>
                                        <p:attrNameLst>
                                          <p:attrName>ppt_y</p:attrName>
                                        </p:attrNameLst>
                                      </p:cBhvr>
                                      <p:tavLst>
                                        <p:tav tm="0">
                                          <p:val>
                                            <p:strVal val="1+#ppt_h/2"/>
                                          </p:val>
                                        </p:tav>
                                        <p:tav tm="100000">
                                          <p:val>
                                            <p:strVal val="#ppt_y"/>
                                          </p:val>
                                        </p:tav>
                                      </p:tavLst>
                                    </p:anim>
                                  </p:childTnLst>
                                </p:cTn>
                              </p:par>
                            </p:childTnLst>
                          </p:cTn>
                        </p:par>
                        <p:par>
                          <p:cTn id="36" fill="hold">
                            <p:stCondLst>
                              <p:cond delay="6150"/>
                            </p:stCondLst>
                            <p:childTnLst>
                              <p:par>
                                <p:cTn id="37" presetID="37" presetClass="entr" presetSubtype="0" fill="hold" grpId="0" nodeType="afterEffect">
                                  <p:stCondLst>
                                    <p:cond delay="150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000"/>
                                        <p:tgtEl>
                                          <p:spTgt spid="20"/>
                                        </p:tgtEl>
                                      </p:cBhvr>
                                    </p:animEffect>
                                    <p:anim calcmode="lin" valueType="num">
                                      <p:cBhvr>
                                        <p:cTn id="40" dur="1000" fill="hold"/>
                                        <p:tgtEl>
                                          <p:spTgt spid="20"/>
                                        </p:tgtEl>
                                        <p:attrNameLst>
                                          <p:attrName>ppt_x</p:attrName>
                                        </p:attrNameLst>
                                      </p:cBhvr>
                                      <p:tavLst>
                                        <p:tav tm="0">
                                          <p:val>
                                            <p:strVal val="#ppt_x"/>
                                          </p:val>
                                        </p:tav>
                                        <p:tav tm="100000">
                                          <p:val>
                                            <p:strVal val="#ppt_x"/>
                                          </p:val>
                                        </p:tav>
                                      </p:tavLst>
                                    </p:anim>
                                    <p:anim calcmode="lin" valueType="num">
                                      <p:cBhvr>
                                        <p:cTn id="41" dur="900" decel="100000" fill="hold"/>
                                        <p:tgtEl>
                                          <p:spTgt spid="20"/>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20"/>
                                        </p:tgtEl>
                                        <p:attrNameLst>
                                          <p:attrName>ppt_y</p:attrName>
                                        </p:attrNameLst>
                                      </p:cBhvr>
                                      <p:tavLst>
                                        <p:tav tm="0">
                                          <p:val>
                                            <p:strVal val="#ppt_y-.03"/>
                                          </p:val>
                                        </p:tav>
                                        <p:tav tm="100000">
                                          <p:val>
                                            <p:strVal val="#ppt_y"/>
                                          </p:val>
                                        </p:tav>
                                      </p:tavLst>
                                    </p:anim>
                                  </p:childTnLst>
                                </p:cTn>
                              </p:par>
                            </p:childTnLst>
                          </p:cTn>
                        </p:par>
                        <p:par>
                          <p:cTn id="43" fill="hold">
                            <p:stCondLst>
                              <p:cond delay="8650"/>
                            </p:stCondLst>
                            <p:childTnLst>
                              <p:par>
                                <p:cTn id="44" presetID="37" presetClass="entr" presetSubtype="0" fill="hold" grpId="0" nodeType="after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1000"/>
                                        <p:tgtEl>
                                          <p:spTgt spid="21"/>
                                        </p:tgtEl>
                                      </p:cBhvr>
                                    </p:animEffect>
                                    <p:anim calcmode="lin" valueType="num">
                                      <p:cBhvr>
                                        <p:cTn id="47" dur="1000" fill="hold"/>
                                        <p:tgtEl>
                                          <p:spTgt spid="21"/>
                                        </p:tgtEl>
                                        <p:attrNameLst>
                                          <p:attrName>ppt_x</p:attrName>
                                        </p:attrNameLst>
                                      </p:cBhvr>
                                      <p:tavLst>
                                        <p:tav tm="0">
                                          <p:val>
                                            <p:strVal val="#ppt_x"/>
                                          </p:val>
                                        </p:tav>
                                        <p:tav tm="100000">
                                          <p:val>
                                            <p:strVal val="#ppt_x"/>
                                          </p:val>
                                        </p:tav>
                                      </p:tavLst>
                                    </p:anim>
                                    <p:anim calcmode="lin" valueType="num">
                                      <p:cBhvr>
                                        <p:cTn id="48" dur="900" decel="100000" fill="hold"/>
                                        <p:tgtEl>
                                          <p:spTgt spid="21"/>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21"/>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8" grpId="0" animBg="1"/>
      <p:bldP spid="9" grpId="0" animBg="1"/>
      <p:bldP spid="14" grpId="0" animBg="1"/>
      <p:bldP spid="15"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b="1" i="1" dirty="0">
                <a:solidFill>
                  <a:srgbClr val="B0C4D8"/>
                </a:solidFill>
                <a:latin typeface="Calibri" pitchFamily="34" charset="0"/>
                <a:ea typeface="Calibri" pitchFamily="34" charset="-122"/>
                <a:cs typeface="Calibri" pitchFamily="34" charset="-120"/>
              </a:rPr>
              <a:t>Discover</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Report</a:t>
            </a:r>
            <a:r>
              <a:rPr lang="en-US" sz="950" i="1" dirty="0">
                <a:solidFill>
                  <a:srgbClr val="B0C4D8"/>
                </a:solidFill>
                <a:latin typeface="Calibri" pitchFamily="34" charset="0"/>
                <a:ea typeface="Calibri" pitchFamily="34" charset="-122"/>
                <a:cs typeface="Calibri" pitchFamily="34" charset="-120"/>
              </a:rPr>
              <a:t> → Fix → </a:t>
            </a:r>
            <a:r>
              <a:rPr lang="en-US" sz="950" b="1" i="1" dirty="0">
                <a:solidFill>
                  <a:srgbClr val="B0C4D8"/>
                </a:solidFill>
                <a:latin typeface="Calibri" pitchFamily="34" charset="0"/>
                <a:ea typeface="Calibri" pitchFamily="34" charset="-122"/>
                <a:cs typeface="Calibri" pitchFamily="34" charset="-120"/>
              </a:rPr>
              <a:t>Retest</a:t>
            </a:r>
            <a:r>
              <a:rPr lang="en-US" sz="950" i="1" dirty="0">
                <a:solidFill>
                  <a:srgbClr val="B0C4D8"/>
                </a:solidFill>
                <a:latin typeface="Calibri" pitchFamily="34" charset="0"/>
                <a:ea typeface="Calibri" pitchFamily="34" charset="-122"/>
                <a:cs typeface="Calibri" pitchFamily="34" charset="-120"/>
              </a:rPr>
              <a:t> → </a:t>
            </a:r>
            <a:r>
              <a:rPr lang="en-US" sz="950" b="1" i="1" dirty="0">
                <a:solidFill>
                  <a:srgbClr val="B0C4D8"/>
                </a:solidFill>
                <a:latin typeface="Calibri" pitchFamily="34" charset="0"/>
                <a:ea typeface="Calibri" pitchFamily="34" charset="-122"/>
                <a:cs typeface="Calibri" pitchFamily="34" charset="-120"/>
              </a:rPr>
              <a:t>Document</a:t>
            </a:r>
            <a:r>
              <a:rPr lang="en-US" sz="950" i="1" dirty="0">
                <a:solidFill>
                  <a:srgbClr val="B0C4D8"/>
                </a:solidFill>
                <a:latin typeface="Calibri" pitchFamily="34" charset="0"/>
                <a:ea typeface="Calibri" pitchFamily="34" charset="-122"/>
                <a:cs typeface="Calibri" pitchFamily="34" charset="-120"/>
              </a:rPr>
              <a:t> &amp; </a:t>
            </a:r>
            <a:r>
              <a:rPr lang="en-US" sz="950" b="1" i="1" dirty="0">
                <a:solidFill>
                  <a:srgbClr val="B0C4D8"/>
                </a:solidFill>
                <a:latin typeface="Calibri" pitchFamily="34" charset="0"/>
                <a:ea typeface="Calibri" pitchFamily="34" charset="-122"/>
                <a:cs typeface="Calibri" pitchFamily="34" charset="-120"/>
              </a:rPr>
              <a:t>Expand</a:t>
            </a:r>
            <a:r>
              <a:rPr lang="en-US" sz="950" i="1" dirty="0">
                <a:solidFill>
                  <a:srgbClr val="B0C4D8"/>
                </a:solidFill>
                <a:latin typeface="Calibri" pitchFamily="34" charset="0"/>
                <a:ea typeface="Calibri" pitchFamily="34" charset="-122"/>
                <a:cs typeface="Calibri" pitchFamily="34" charset="-120"/>
              </a:rPr>
              <a:t>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2" presetClass="entr" presetSubtype="0" fill="hold" grpId="0" nodeType="afterEffect">
                                  <p:stCondLst>
                                    <p:cond delay="0"/>
                                  </p:stCondLst>
                                  <p:childTnLst>
                                    <p:set>
                                      <p:cBhvr>
                                        <p:cTn id="6" dur="1" fill="hold">
                                          <p:stCondLst>
                                            <p:cond delay="0"/>
                                          </p:stCondLst>
                                        </p:cTn>
                                        <p:tgtEl>
                                          <p:spTgt spid="45"/>
                                        </p:tgtEl>
                                        <p:attrNameLst>
                                          <p:attrName>style.visibility</p:attrName>
                                        </p:attrNameLst>
                                      </p:cBhvr>
                                      <p:to>
                                        <p:strVal val="visible"/>
                                      </p:to>
                                    </p:set>
                                    <p:animScale>
                                      <p:cBhvr>
                                        <p:cTn id="7" dur="1000" decel="50000" fill="hold">
                                          <p:stCondLst>
                                            <p:cond delay="0"/>
                                          </p:stCondLst>
                                        </p:cTn>
                                        <p:tgtEl>
                                          <p:spTgt spid="45"/>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8" dur="1000" decel="50000" fill="hold">
                                          <p:stCondLst>
                                            <p:cond delay="0"/>
                                          </p:stCondLst>
                                        </p:cTn>
                                        <p:tgtEl>
                                          <p:spTgt spid="45"/>
                                        </p:tgtEl>
                                        <p:attrNameLst>
                                          <p:attrName>ppt_x</p:attrName>
                                          <p:attrName>ppt_y</p:attrName>
                                        </p:attrNameLst>
                                      </p:cBhvr>
                                    </p:animMotion>
                                    <p:animEffect transition="in" filter="fade">
                                      <p:cBhvr>
                                        <p:cTn id="9" dur="1000"/>
                                        <p:tgtEl>
                                          <p:spTgt spid="45"/>
                                        </p:tgtEl>
                                      </p:cBhvr>
                                    </p:animEffect>
                                  </p:childTnLst>
                                </p:cTn>
                              </p:par>
                            </p:childTnLst>
                          </p:cTn>
                        </p:par>
                        <p:par>
                          <p:cTn id="10" fill="hold">
                            <p:stCondLst>
                              <p:cond delay="1000"/>
                            </p:stCondLst>
                            <p:childTnLst>
                              <p:par>
                                <p:cTn id="11" presetID="9" presetClass="entr" presetSubtype="0" fill="hold" grpId="0" nodeType="after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dissolve">
                                      <p:cBhvr>
                                        <p:cTn id="13" dur="1000"/>
                                        <p:tgtEl>
                                          <p:spTgt spid="28"/>
                                        </p:tgtEl>
                                      </p:cBhvr>
                                    </p:animEffect>
                                  </p:childTnLst>
                                </p:cTn>
                              </p:par>
                            </p:childTnLst>
                          </p:cTn>
                        </p:par>
                        <p:par>
                          <p:cTn id="14" fill="hold">
                            <p:stCondLst>
                              <p:cond delay="2000"/>
                            </p:stCondLst>
                            <p:childTnLst>
                              <p:par>
                                <p:cTn id="15" presetID="9" presetClass="entr" presetSubtype="0" fill="hold" nodeType="afterEffect">
                                  <p:stCondLst>
                                    <p:cond delay="1500"/>
                                  </p:stCondLst>
                                  <p:childTnLst>
                                    <p:set>
                                      <p:cBhvr>
                                        <p:cTn id="16" dur="1" fill="hold">
                                          <p:stCondLst>
                                            <p:cond delay="0"/>
                                          </p:stCondLst>
                                        </p:cTn>
                                        <p:tgtEl>
                                          <p:spTgt spid="33">
                                            <p:txEl>
                                              <p:pRg st="0" end="0"/>
                                            </p:txEl>
                                          </p:spTgt>
                                        </p:tgtEl>
                                        <p:attrNameLst>
                                          <p:attrName>style.visibility</p:attrName>
                                        </p:attrNameLst>
                                      </p:cBhvr>
                                      <p:to>
                                        <p:strVal val="visible"/>
                                      </p:to>
                                    </p:set>
                                    <p:animEffect transition="in" filter="dissolve">
                                      <p:cBhvr>
                                        <p:cTn id="17" dur="1000"/>
                                        <p:tgtEl>
                                          <p:spTgt spid="33">
                                            <p:txEl>
                                              <p:pRg st="0" end="0"/>
                                            </p:txEl>
                                          </p:spTgt>
                                        </p:tgtEl>
                                      </p:cBhvr>
                                    </p:animEffect>
                                  </p:childTnLst>
                                </p:cTn>
                              </p:par>
                            </p:childTnLst>
                          </p:cTn>
                        </p:par>
                        <p:par>
                          <p:cTn id="18" fill="hold">
                            <p:stCondLst>
                              <p:cond delay="4500"/>
                            </p:stCondLst>
                            <p:childTnLst>
                              <p:par>
                                <p:cTn id="19" presetID="9" presetClass="entr" presetSubtype="0" fill="hold" grpId="0" nodeType="after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dissolve">
                                      <p:cBhvr>
                                        <p:cTn id="21" dur="1000"/>
                                        <p:tgtEl>
                                          <p:spTgt spid="38"/>
                                        </p:tgtEl>
                                      </p:cBhvr>
                                    </p:animEffect>
                                  </p:childTnLst>
                                </p:cTn>
                              </p:par>
                            </p:childTnLst>
                          </p:cTn>
                        </p:par>
                        <p:par>
                          <p:cTn id="22" fill="hold">
                            <p:stCondLst>
                              <p:cond delay="5500"/>
                            </p:stCondLst>
                            <p:childTnLst>
                              <p:par>
                                <p:cTn id="23" presetID="37" presetClass="entr" presetSubtype="0" fill="hold" grpId="0" nodeType="afterEffect">
                                  <p:stCondLst>
                                    <p:cond delay="700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1000"/>
                                        <p:tgtEl>
                                          <p:spTgt spid="40"/>
                                        </p:tgtEl>
                                      </p:cBhvr>
                                    </p:animEffect>
                                    <p:anim calcmode="lin" valueType="num">
                                      <p:cBhvr>
                                        <p:cTn id="26" dur="1000" fill="hold"/>
                                        <p:tgtEl>
                                          <p:spTgt spid="40"/>
                                        </p:tgtEl>
                                        <p:attrNameLst>
                                          <p:attrName>ppt_x</p:attrName>
                                        </p:attrNameLst>
                                      </p:cBhvr>
                                      <p:tavLst>
                                        <p:tav tm="0">
                                          <p:val>
                                            <p:strVal val="#ppt_x"/>
                                          </p:val>
                                        </p:tav>
                                        <p:tav tm="100000">
                                          <p:val>
                                            <p:strVal val="#ppt_x"/>
                                          </p:val>
                                        </p:tav>
                                      </p:tavLst>
                                    </p:anim>
                                    <p:anim calcmode="lin" valueType="num">
                                      <p:cBhvr>
                                        <p:cTn id="27" dur="900" decel="100000" fill="hold"/>
                                        <p:tgtEl>
                                          <p:spTgt spid="40"/>
                                        </p:tgtEl>
                                        <p:attrNameLst>
                                          <p:attrName>ppt_y</p:attrName>
                                        </p:attrNameLst>
                                      </p:cBhvr>
                                      <p:tavLst>
                                        <p:tav tm="0">
                                          <p:val>
                                            <p:strVal val="#ppt_y+1"/>
                                          </p:val>
                                        </p:tav>
                                        <p:tav tm="100000">
                                          <p:val>
                                            <p:strVal val="#ppt_y-.03"/>
                                          </p:val>
                                        </p:tav>
                                      </p:tavLst>
                                    </p:anim>
                                    <p:anim calcmode="lin" valueType="num">
                                      <p:cBhvr>
                                        <p:cTn id="28"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childTnLst>
                          </p:cTn>
                        </p:par>
                        <p:par>
                          <p:cTn id="29" fill="hold">
                            <p:stCondLst>
                              <p:cond delay="13500"/>
                            </p:stCondLst>
                            <p:childTnLst>
                              <p:par>
                                <p:cTn id="30" presetID="37" presetClass="entr" presetSubtype="0" fill="hold" grpId="0" nodeType="after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1000"/>
                                        <p:tgtEl>
                                          <p:spTgt spid="41"/>
                                        </p:tgtEl>
                                      </p:cBhvr>
                                    </p:animEffect>
                                    <p:anim calcmode="lin" valueType="num">
                                      <p:cBhvr>
                                        <p:cTn id="33" dur="1000" fill="hold"/>
                                        <p:tgtEl>
                                          <p:spTgt spid="41"/>
                                        </p:tgtEl>
                                        <p:attrNameLst>
                                          <p:attrName>ppt_x</p:attrName>
                                        </p:attrNameLst>
                                      </p:cBhvr>
                                      <p:tavLst>
                                        <p:tav tm="0">
                                          <p:val>
                                            <p:strVal val="#ppt_x"/>
                                          </p:val>
                                        </p:tav>
                                        <p:tav tm="100000">
                                          <p:val>
                                            <p:strVal val="#ppt_x"/>
                                          </p:val>
                                        </p:tav>
                                      </p:tavLst>
                                    </p:anim>
                                    <p:anim calcmode="lin" valueType="num">
                                      <p:cBhvr>
                                        <p:cTn id="34" dur="900" decel="100000" fill="hold"/>
                                        <p:tgtEl>
                                          <p:spTgt spid="41"/>
                                        </p:tgtEl>
                                        <p:attrNameLst>
                                          <p:attrName>ppt_y</p:attrName>
                                        </p:attrNameLst>
                                      </p:cBhvr>
                                      <p:tavLst>
                                        <p:tav tm="0">
                                          <p:val>
                                            <p:strVal val="#ppt_y+1"/>
                                          </p:val>
                                        </p:tav>
                                        <p:tav tm="100000">
                                          <p:val>
                                            <p:strVal val="#ppt_y-.03"/>
                                          </p:val>
                                        </p:tav>
                                      </p:tavLst>
                                    </p:anim>
                                    <p:anim calcmode="lin" valueType="num">
                                      <p:cBhvr>
                                        <p:cTn id="35" dur="100" accel="100000" fill="hold">
                                          <p:stCondLst>
                                            <p:cond delay="900"/>
                                          </p:stCondLst>
                                        </p:cTn>
                                        <p:tgtEl>
                                          <p:spTgt spid="41"/>
                                        </p:tgtEl>
                                        <p:attrNameLst>
                                          <p:attrName>ppt_y</p:attrName>
                                        </p:attrNameLst>
                                      </p:cBhvr>
                                      <p:tavLst>
                                        <p:tav tm="0">
                                          <p:val>
                                            <p:strVal val="#ppt_y-.03"/>
                                          </p:val>
                                        </p:tav>
                                        <p:tav tm="100000">
                                          <p:val>
                                            <p:strVal val="#ppt_y"/>
                                          </p:val>
                                        </p:tav>
                                      </p:tavLst>
                                    </p:anim>
                                  </p:childTnLst>
                                </p:cTn>
                              </p:par>
                            </p:childTnLst>
                          </p:cTn>
                        </p:par>
                        <p:par>
                          <p:cTn id="36" fill="hold">
                            <p:stCondLst>
                              <p:cond delay="14500"/>
                            </p:stCondLst>
                            <p:childTnLst>
                              <p:par>
                                <p:cTn id="37" presetID="37" presetClass="entr" presetSubtype="0" fill="hold" nodeType="after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1000"/>
                                        <p:tgtEl>
                                          <p:spTgt spid="42"/>
                                        </p:tgtEl>
                                      </p:cBhvr>
                                    </p:animEffect>
                                    <p:anim calcmode="lin" valueType="num">
                                      <p:cBhvr>
                                        <p:cTn id="40" dur="1000" fill="hold"/>
                                        <p:tgtEl>
                                          <p:spTgt spid="42"/>
                                        </p:tgtEl>
                                        <p:attrNameLst>
                                          <p:attrName>ppt_x</p:attrName>
                                        </p:attrNameLst>
                                      </p:cBhvr>
                                      <p:tavLst>
                                        <p:tav tm="0">
                                          <p:val>
                                            <p:strVal val="#ppt_x"/>
                                          </p:val>
                                        </p:tav>
                                        <p:tav tm="100000">
                                          <p:val>
                                            <p:strVal val="#ppt_x"/>
                                          </p:val>
                                        </p:tav>
                                      </p:tavLst>
                                    </p:anim>
                                    <p:anim calcmode="lin" valueType="num">
                                      <p:cBhvr>
                                        <p:cTn id="41" dur="900" decel="100000" fill="hold"/>
                                        <p:tgtEl>
                                          <p:spTgt spid="42"/>
                                        </p:tgtEl>
                                        <p:attrNameLst>
                                          <p:attrName>ppt_y</p:attrName>
                                        </p:attrNameLst>
                                      </p:cBhvr>
                                      <p:tavLst>
                                        <p:tav tm="0">
                                          <p:val>
                                            <p:strVal val="#ppt_y+1"/>
                                          </p:val>
                                        </p:tav>
                                        <p:tav tm="100000">
                                          <p:val>
                                            <p:strVal val="#ppt_y-.03"/>
                                          </p:val>
                                        </p:tav>
                                      </p:tavLst>
                                    </p:anim>
                                    <p:anim calcmode="lin" valueType="num">
                                      <p:cBhvr>
                                        <p:cTn id="42" dur="100" accel="100000" fill="hold">
                                          <p:stCondLst>
                                            <p:cond delay="900"/>
                                          </p:stCondLst>
                                        </p:cTn>
                                        <p:tgtEl>
                                          <p:spTgt spid="42"/>
                                        </p:tgtEl>
                                        <p:attrNameLst>
                                          <p:attrName>ppt_y</p:attrName>
                                        </p:attrNameLst>
                                      </p:cBhvr>
                                      <p:tavLst>
                                        <p:tav tm="0">
                                          <p:val>
                                            <p:strVal val="#ppt_y-.03"/>
                                          </p:val>
                                        </p:tav>
                                        <p:tav tm="100000">
                                          <p:val>
                                            <p:strVal val="#ppt_y"/>
                                          </p:val>
                                        </p:tav>
                                      </p:tavLst>
                                    </p:anim>
                                  </p:childTnLst>
                                </p:cTn>
                              </p:par>
                            </p:childTnLst>
                          </p:cTn>
                        </p:par>
                        <p:par>
                          <p:cTn id="43" fill="hold">
                            <p:stCondLst>
                              <p:cond delay="15500"/>
                            </p:stCondLst>
                            <p:childTnLst>
                              <p:par>
                                <p:cTn id="44" presetID="37" presetClass="entr" presetSubtype="0" fill="hold" grpId="0" nodeType="afterEffect">
                                  <p:stCondLst>
                                    <p:cond delay="0"/>
                                  </p:stCondLst>
                                  <p:childTnLst>
                                    <p:set>
                                      <p:cBhvr>
                                        <p:cTn id="45" dur="1" fill="hold">
                                          <p:stCondLst>
                                            <p:cond delay="0"/>
                                          </p:stCondLst>
                                        </p:cTn>
                                        <p:tgtEl>
                                          <p:spTgt spid="43"/>
                                        </p:tgtEl>
                                        <p:attrNameLst>
                                          <p:attrName>style.visibility</p:attrName>
                                        </p:attrNameLst>
                                      </p:cBhvr>
                                      <p:to>
                                        <p:strVal val="visible"/>
                                      </p:to>
                                    </p:set>
                                    <p:animEffect transition="in" filter="fade">
                                      <p:cBhvr>
                                        <p:cTn id="46" dur="1000"/>
                                        <p:tgtEl>
                                          <p:spTgt spid="43"/>
                                        </p:tgtEl>
                                      </p:cBhvr>
                                    </p:animEffect>
                                    <p:anim calcmode="lin" valueType="num">
                                      <p:cBhvr>
                                        <p:cTn id="47" dur="1000" fill="hold"/>
                                        <p:tgtEl>
                                          <p:spTgt spid="43"/>
                                        </p:tgtEl>
                                        <p:attrNameLst>
                                          <p:attrName>ppt_x</p:attrName>
                                        </p:attrNameLst>
                                      </p:cBhvr>
                                      <p:tavLst>
                                        <p:tav tm="0">
                                          <p:val>
                                            <p:strVal val="#ppt_x"/>
                                          </p:val>
                                        </p:tav>
                                        <p:tav tm="100000">
                                          <p:val>
                                            <p:strVal val="#ppt_x"/>
                                          </p:val>
                                        </p:tav>
                                      </p:tavLst>
                                    </p:anim>
                                    <p:anim calcmode="lin" valueType="num">
                                      <p:cBhvr>
                                        <p:cTn id="48" dur="900" decel="100000" fill="hold"/>
                                        <p:tgtEl>
                                          <p:spTgt spid="43"/>
                                        </p:tgtEl>
                                        <p:attrNameLst>
                                          <p:attrName>ppt_y</p:attrName>
                                        </p:attrNameLst>
                                      </p:cBhvr>
                                      <p:tavLst>
                                        <p:tav tm="0">
                                          <p:val>
                                            <p:strVal val="#ppt_y+1"/>
                                          </p:val>
                                        </p:tav>
                                        <p:tav tm="100000">
                                          <p:val>
                                            <p:strVal val="#ppt_y-.03"/>
                                          </p:val>
                                        </p:tav>
                                      </p:tavLst>
                                    </p:anim>
                                    <p:anim calcmode="lin" valueType="num">
                                      <p:cBhvr>
                                        <p:cTn id="49" dur="100" accel="100000" fill="hold">
                                          <p:stCondLst>
                                            <p:cond delay="900"/>
                                          </p:stCondLst>
                                        </p:cTn>
                                        <p:tgtEl>
                                          <p:spTgt spid="43"/>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38" grpId="0" animBg="1"/>
      <p:bldP spid="40" grpId="0" animBg="1"/>
      <p:bldP spid="41" grpId="0" animBg="1"/>
      <p:bldP spid="43" grpId="0" animBg="1"/>
      <p:bldP spid="4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900" decel="100000" fill="hold"/>
                                        <p:tgtEl>
                                          <p:spTgt spid="2">
                                            <p:txEl>
                                              <p:pRg st="0" end="0"/>
                                            </p:txEl>
                                          </p:spTgt>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2">
                                            <p:txEl>
                                              <p:pRg st="0" end="0"/>
                                            </p:txEl>
                                          </p:spTgt>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0" presetClass="entr" presetSubtype="0" fill="hold" grpId="0" nodeType="afterEffect">
                                  <p:stCondLst>
                                    <p:cond delay="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800" decel="100000"/>
                                        <p:tgtEl>
                                          <p:spTgt spid="30"/>
                                        </p:tgtEl>
                                      </p:cBhvr>
                                    </p:animEffect>
                                    <p:anim calcmode="lin" valueType="num">
                                      <p:cBhvr>
                                        <p:cTn id="15" dur="800" decel="100000" fill="hold"/>
                                        <p:tgtEl>
                                          <p:spTgt spid="30"/>
                                        </p:tgtEl>
                                        <p:attrNameLst>
                                          <p:attrName>style.rotation</p:attrName>
                                        </p:attrNameLst>
                                      </p:cBhvr>
                                      <p:tavLst>
                                        <p:tav tm="0">
                                          <p:val>
                                            <p:fltVal val="-90"/>
                                          </p:val>
                                        </p:tav>
                                        <p:tav tm="100000">
                                          <p:val>
                                            <p:fltVal val="0"/>
                                          </p:val>
                                        </p:tav>
                                      </p:tavLst>
                                    </p:anim>
                                    <p:anim calcmode="lin" valueType="num">
                                      <p:cBhvr>
                                        <p:cTn id="16" dur="800" decel="100000" fill="hold"/>
                                        <p:tgtEl>
                                          <p:spTgt spid="30"/>
                                        </p:tgtEl>
                                        <p:attrNameLst>
                                          <p:attrName>ppt_x</p:attrName>
                                        </p:attrNameLst>
                                      </p:cBhvr>
                                      <p:tavLst>
                                        <p:tav tm="0">
                                          <p:val>
                                            <p:strVal val="#ppt_x+0.4"/>
                                          </p:val>
                                        </p:tav>
                                        <p:tav tm="100000">
                                          <p:val>
                                            <p:strVal val="#ppt_x-0.05"/>
                                          </p:val>
                                        </p:tav>
                                      </p:tavLst>
                                    </p:anim>
                                    <p:anim calcmode="lin" valueType="num">
                                      <p:cBhvr>
                                        <p:cTn id="17" dur="800" decel="100000" fill="hold"/>
                                        <p:tgtEl>
                                          <p:spTgt spid="30"/>
                                        </p:tgtEl>
                                        <p:attrNameLst>
                                          <p:attrName>ppt_y</p:attrName>
                                        </p:attrNameLst>
                                      </p:cBhvr>
                                      <p:tavLst>
                                        <p:tav tm="0">
                                          <p:val>
                                            <p:strVal val="#ppt_y-0.4"/>
                                          </p:val>
                                        </p:tav>
                                        <p:tav tm="100000">
                                          <p:val>
                                            <p:strVal val="#ppt_y+0.1"/>
                                          </p:val>
                                        </p:tav>
                                      </p:tavLst>
                                    </p:anim>
                                    <p:anim calcmode="lin" valueType="num">
                                      <p:cBhvr>
                                        <p:cTn id="18" dur="200" accel="100000" fill="hold">
                                          <p:stCondLst>
                                            <p:cond delay="800"/>
                                          </p:stCondLst>
                                        </p:cTn>
                                        <p:tgtEl>
                                          <p:spTgt spid="30"/>
                                        </p:tgtEl>
                                        <p:attrNameLst>
                                          <p:attrName>ppt_x</p:attrName>
                                        </p:attrNameLst>
                                      </p:cBhvr>
                                      <p:tavLst>
                                        <p:tav tm="0">
                                          <p:val>
                                            <p:strVal val="#ppt_x-0.05"/>
                                          </p:val>
                                        </p:tav>
                                        <p:tav tm="100000">
                                          <p:val>
                                            <p:strVal val="#ppt_x"/>
                                          </p:val>
                                        </p:tav>
                                      </p:tavLst>
                                    </p:anim>
                                    <p:anim calcmode="lin" valueType="num">
                                      <p:cBhvr>
                                        <p:cTn id="19" dur="200" accel="100000" fill="hold">
                                          <p:stCondLst>
                                            <p:cond delay="800"/>
                                          </p:stCondLst>
                                        </p:cTn>
                                        <p:tgtEl>
                                          <p:spTgt spid="30"/>
                                        </p:tgtEl>
                                        <p:attrNameLst>
                                          <p:attrName>ppt_y</p:attrName>
                                        </p:attrNameLst>
                                      </p:cBhvr>
                                      <p:tavLst>
                                        <p:tav tm="0">
                                          <p:val>
                                            <p:strVal val="#ppt_y+0.1"/>
                                          </p:val>
                                        </p:tav>
                                        <p:tav tm="100000">
                                          <p:val>
                                            <p:strVal val="#ppt_y"/>
                                          </p:val>
                                        </p:tav>
                                      </p:tavLst>
                                    </p:anim>
                                  </p:childTnLst>
                                </p:cTn>
                              </p:par>
                            </p:childTnLst>
                          </p:cTn>
                        </p:par>
                        <p:par>
                          <p:cTn id="20" fill="hold">
                            <p:stCondLst>
                              <p:cond delay="2000"/>
                            </p:stCondLst>
                            <p:childTnLst>
                              <p:par>
                                <p:cTn id="21" presetID="9" presetClass="entr" presetSubtype="0" fill="hold" grpId="0" nodeType="afterEffect">
                                  <p:stCondLst>
                                    <p:cond delay="5000"/>
                                  </p:stCondLst>
                                  <p:childTnLst>
                                    <p:set>
                                      <p:cBhvr>
                                        <p:cTn id="22" dur="1" fill="hold">
                                          <p:stCondLst>
                                            <p:cond delay="0"/>
                                          </p:stCondLst>
                                        </p:cTn>
                                        <p:tgtEl>
                                          <p:spTgt spid="8"/>
                                        </p:tgtEl>
                                        <p:attrNameLst>
                                          <p:attrName>style.visibility</p:attrName>
                                        </p:attrNameLst>
                                      </p:cBhvr>
                                      <p:to>
                                        <p:strVal val="visible"/>
                                      </p:to>
                                    </p:set>
                                    <p:animEffect transition="in" filter="dissolve">
                                      <p:cBhvr>
                                        <p:cTn id="23" dur="1000"/>
                                        <p:tgtEl>
                                          <p:spTgt spid="8"/>
                                        </p:tgtEl>
                                      </p:cBhvr>
                                    </p:animEffect>
                                  </p:childTnLst>
                                </p:cTn>
                              </p:par>
                              <p:par>
                                <p:cTn id="24" presetID="9" presetClass="entr" presetSubtype="0" fill="hold" grpId="0" nodeType="withEffect">
                                  <p:stCondLst>
                                    <p:cond delay="500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1000"/>
                                        <p:tgtEl>
                                          <p:spTgt spid="9"/>
                                        </p:tgtEl>
                                      </p:cBhvr>
                                    </p:animEffect>
                                  </p:childTnLst>
                                </p:cTn>
                              </p:par>
                              <p:par>
                                <p:cTn id="27" presetID="9" presetClass="entr" presetSubtype="0" fill="hold" grpId="0" nodeType="withEffect">
                                  <p:stCondLst>
                                    <p:cond delay="5000"/>
                                  </p:stCondLst>
                                  <p:childTnLst>
                                    <p:set>
                                      <p:cBhvr>
                                        <p:cTn id="28" dur="1" fill="hold">
                                          <p:stCondLst>
                                            <p:cond delay="0"/>
                                          </p:stCondLst>
                                        </p:cTn>
                                        <p:tgtEl>
                                          <p:spTgt spid="10"/>
                                        </p:tgtEl>
                                        <p:attrNameLst>
                                          <p:attrName>style.visibility</p:attrName>
                                        </p:attrNameLst>
                                      </p:cBhvr>
                                      <p:to>
                                        <p:strVal val="visible"/>
                                      </p:to>
                                    </p:set>
                                    <p:animEffect transition="in" filter="dissolve">
                                      <p:cBhvr>
                                        <p:cTn id="29" dur="1000"/>
                                        <p:tgtEl>
                                          <p:spTgt spid="10"/>
                                        </p:tgtEl>
                                      </p:cBhvr>
                                    </p:animEffect>
                                  </p:childTnLst>
                                </p:cTn>
                              </p:par>
                              <p:par>
                                <p:cTn id="30" presetID="9" presetClass="entr" presetSubtype="0" fill="hold" grpId="0" nodeType="withEffect">
                                  <p:stCondLst>
                                    <p:cond delay="500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1000"/>
                                        <p:tgtEl>
                                          <p:spTgt spid="11"/>
                                        </p:tgtEl>
                                      </p:cBhvr>
                                    </p:animEffect>
                                  </p:childTnLst>
                                </p:cTn>
                              </p:par>
                              <p:par>
                                <p:cTn id="33" presetID="9" presetClass="entr" presetSubtype="0" fill="hold" grpId="0" nodeType="withEffect">
                                  <p:stCondLst>
                                    <p:cond delay="5000"/>
                                  </p:stCondLst>
                                  <p:childTnLst>
                                    <p:set>
                                      <p:cBhvr>
                                        <p:cTn id="34" dur="1" fill="hold">
                                          <p:stCondLst>
                                            <p:cond delay="0"/>
                                          </p:stCondLst>
                                        </p:cTn>
                                        <p:tgtEl>
                                          <p:spTgt spid="24"/>
                                        </p:tgtEl>
                                        <p:attrNameLst>
                                          <p:attrName>style.visibility</p:attrName>
                                        </p:attrNameLst>
                                      </p:cBhvr>
                                      <p:to>
                                        <p:strVal val="visible"/>
                                      </p:to>
                                    </p:set>
                                    <p:animEffect transition="in" filter="dissolve">
                                      <p:cBhvr>
                                        <p:cTn id="35" dur="1000"/>
                                        <p:tgtEl>
                                          <p:spTgt spid="24"/>
                                        </p:tgtEl>
                                      </p:cBhvr>
                                    </p:animEffect>
                                  </p:childTnLst>
                                </p:cTn>
                              </p:par>
                              <p:par>
                                <p:cTn id="36" presetID="9" presetClass="entr" presetSubtype="0" fill="hold" grpId="0" nodeType="withEffect">
                                  <p:stCondLst>
                                    <p:cond delay="5000"/>
                                  </p:stCondLst>
                                  <p:childTnLst>
                                    <p:set>
                                      <p:cBhvr>
                                        <p:cTn id="37" dur="1" fill="hold">
                                          <p:stCondLst>
                                            <p:cond delay="0"/>
                                          </p:stCondLst>
                                        </p:cTn>
                                        <p:tgtEl>
                                          <p:spTgt spid="25"/>
                                        </p:tgtEl>
                                        <p:attrNameLst>
                                          <p:attrName>style.visibility</p:attrName>
                                        </p:attrNameLst>
                                      </p:cBhvr>
                                      <p:to>
                                        <p:strVal val="visible"/>
                                      </p:to>
                                    </p:set>
                                    <p:animEffect transition="in" filter="dissolve">
                                      <p:cBhvr>
                                        <p:cTn id="38" dur="1000"/>
                                        <p:tgtEl>
                                          <p:spTgt spid="25"/>
                                        </p:tgtEl>
                                      </p:cBhvr>
                                    </p:animEffect>
                                  </p:childTnLst>
                                </p:cTn>
                              </p:par>
                              <p:par>
                                <p:cTn id="39" presetID="9" presetClass="entr" presetSubtype="0" fill="hold" grpId="0" nodeType="withEffect">
                                  <p:stCondLst>
                                    <p:cond delay="5000"/>
                                  </p:stCondLst>
                                  <p:childTnLst>
                                    <p:set>
                                      <p:cBhvr>
                                        <p:cTn id="40" dur="1" fill="hold">
                                          <p:stCondLst>
                                            <p:cond delay="0"/>
                                          </p:stCondLst>
                                        </p:cTn>
                                        <p:tgtEl>
                                          <p:spTgt spid="26"/>
                                        </p:tgtEl>
                                        <p:attrNameLst>
                                          <p:attrName>style.visibility</p:attrName>
                                        </p:attrNameLst>
                                      </p:cBhvr>
                                      <p:to>
                                        <p:strVal val="visible"/>
                                      </p:to>
                                    </p:set>
                                    <p:animEffect transition="in" filter="dissolve">
                                      <p:cBhvr>
                                        <p:cTn id="41" dur="1000"/>
                                        <p:tgtEl>
                                          <p:spTgt spid="26"/>
                                        </p:tgtEl>
                                      </p:cBhvr>
                                    </p:animEffect>
                                  </p:childTnLst>
                                </p:cTn>
                              </p:par>
                              <p:par>
                                <p:cTn id="42" presetID="9" presetClass="entr" presetSubtype="0" fill="hold" grpId="0" nodeType="withEffect">
                                  <p:stCondLst>
                                    <p:cond delay="5000"/>
                                  </p:stCondLst>
                                  <p:childTnLst>
                                    <p:set>
                                      <p:cBhvr>
                                        <p:cTn id="43" dur="1" fill="hold">
                                          <p:stCondLst>
                                            <p:cond delay="0"/>
                                          </p:stCondLst>
                                        </p:cTn>
                                        <p:tgtEl>
                                          <p:spTgt spid="27"/>
                                        </p:tgtEl>
                                        <p:attrNameLst>
                                          <p:attrName>style.visibility</p:attrName>
                                        </p:attrNameLst>
                                      </p:cBhvr>
                                      <p:to>
                                        <p:strVal val="visible"/>
                                      </p:to>
                                    </p:set>
                                    <p:animEffect transition="in" filter="dissolve">
                                      <p:cBhvr>
                                        <p:cTn id="44" dur="1000"/>
                                        <p:tgtEl>
                                          <p:spTgt spid="27"/>
                                        </p:tgtEl>
                                      </p:cBhvr>
                                    </p:animEffect>
                                  </p:childTnLst>
                                </p:cTn>
                              </p:par>
                              <p:par>
                                <p:cTn id="45" presetID="9" presetClass="entr" presetSubtype="0" fill="hold" grpId="0" nodeType="withEffect">
                                  <p:stCondLst>
                                    <p:cond delay="5000"/>
                                  </p:stCondLst>
                                  <p:childTnLst>
                                    <p:set>
                                      <p:cBhvr>
                                        <p:cTn id="46" dur="1" fill="hold">
                                          <p:stCondLst>
                                            <p:cond delay="0"/>
                                          </p:stCondLst>
                                        </p:cTn>
                                        <p:tgtEl>
                                          <p:spTgt spid="32"/>
                                        </p:tgtEl>
                                        <p:attrNameLst>
                                          <p:attrName>style.visibility</p:attrName>
                                        </p:attrNameLst>
                                      </p:cBhvr>
                                      <p:to>
                                        <p:strVal val="visible"/>
                                      </p:to>
                                    </p:set>
                                    <p:animEffect transition="in" filter="dissolve">
                                      <p:cBhvr>
                                        <p:cTn id="47" dur="1000"/>
                                        <p:tgtEl>
                                          <p:spTgt spid="32"/>
                                        </p:tgtEl>
                                      </p:cBhvr>
                                    </p:animEffect>
                                  </p:childTnLst>
                                </p:cTn>
                              </p:par>
                              <p:par>
                                <p:cTn id="48" presetID="9" presetClass="entr" presetSubtype="0" fill="hold" grpId="0" nodeType="withEffect">
                                  <p:stCondLst>
                                    <p:cond delay="5000"/>
                                  </p:stCondLst>
                                  <p:childTnLst>
                                    <p:set>
                                      <p:cBhvr>
                                        <p:cTn id="49" dur="1" fill="hold">
                                          <p:stCondLst>
                                            <p:cond delay="0"/>
                                          </p:stCondLst>
                                        </p:cTn>
                                        <p:tgtEl>
                                          <p:spTgt spid="33"/>
                                        </p:tgtEl>
                                        <p:attrNameLst>
                                          <p:attrName>style.visibility</p:attrName>
                                        </p:attrNameLst>
                                      </p:cBhvr>
                                      <p:to>
                                        <p:strVal val="visible"/>
                                      </p:to>
                                    </p:set>
                                    <p:animEffect transition="in" filter="dissolve">
                                      <p:cBhvr>
                                        <p:cTn id="50" dur="1000"/>
                                        <p:tgtEl>
                                          <p:spTgt spid="33"/>
                                        </p:tgtEl>
                                      </p:cBhvr>
                                    </p:animEffect>
                                  </p:childTnLst>
                                </p:cTn>
                              </p:par>
                              <p:par>
                                <p:cTn id="51" presetID="9" presetClass="entr" presetSubtype="0" fill="hold" grpId="0" nodeType="withEffect">
                                  <p:stCondLst>
                                    <p:cond delay="5000"/>
                                  </p:stCondLst>
                                  <p:childTnLst>
                                    <p:set>
                                      <p:cBhvr>
                                        <p:cTn id="52" dur="1" fill="hold">
                                          <p:stCondLst>
                                            <p:cond delay="0"/>
                                          </p:stCondLst>
                                        </p:cTn>
                                        <p:tgtEl>
                                          <p:spTgt spid="34"/>
                                        </p:tgtEl>
                                        <p:attrNameLst>
                                          <p:attrName>style.visibility</p:attrName>
                                        </p:attrNameLst>
                                      </p:cBhvr>
                                      <p:to>
                                        <p:strVal val="visible"/>
                                      </p:to>
                                    </p:set>
                                    <p:animEffect transition="in" filter="dissolve">
                                      <p:cBhvr>
                                        <p:cTn id="53" dur="1000"/>
                                        <p:tgtEl>
                                          <p:spTgt spid="34"/>
                                        </p:tgtEl>
                                      </p:cBhvr>
                                    </p:animEffect>
                                  </p:childTnLst>
                                </p:cTn>
                              </p:par>
                              <p:par>
                                <p:cTn id="54" presetID="9" presetClass="entr" presetSubtype="0" fill="hold" grpId="0" nodeType="withEffect">
                                  <p:stCondLst>
                                    <p:cond delay="5000"/>
                                  </p:stCondLst>
                                  <p:childTnLst>
                                    <p:set>
                                      <p:cBhvr>
                                        <p:cTn id="55" dur="1" fill="hold">
                                          <p:stCondLst>
                                            <p:cond delay="0"/>
                                          </p:stCondLst>
                                        </p:cTn>
                                        <p:tgtEl>
                                          <p:spTgt spid="35"/>
                                        </p:tgtEl>
                                        <p:attrNameLst>
                                          <p:attrName>style.visibility</p:attrName>
                                        </p:attrNameLst>
                                      </p:cBhvr>
                                      <p:to>
                                        <p:strVal val="visible"/>
                                      </p:to>
                                    </p:set>
                                    <p:animEffect transition="in" filter="dissolve">
                                      <p:cBhvr>
                                        <p:cTn id="56" dur="1000"/>
                                        <p:tgtEl>
                                          <p:spTgt spid="35"/>
                                        </p:tgtEl>
                                      </p:cBhvr>
                                    </p:animEffect>
                                  </p:childTnLst>
                                </p:cTn>
                              </p:par>
                              <p:par>
                                <p:cTn id="57" presetID="9" presetClass="entr" presetSubtype="0" fill="hold" grpId="0" nodeType="withEffect">
                                  <p:stCondLst>
                                    <p:cond delay="5000"/>
                                  </p:stCondLst>
                                  <p:childTnLst>
                                    <p:set>
                                      <p:cBhvr>
                                        <p:cTn id="58" dur="1" fill="hold">
                                          <p:stCondLst>
                                            <p:cond delay="0"/>
                                          </p:stCondLst>
                                        </p:cTn>
                                        <p:tgtEl>
                                          <p:spTgt spid="37"/>
                                        </p:tgtEl>
                                        <p:attrNameLst>
                                          <p:attrName>style.visibility</p:attrName>
                                        </p:attrNameLst>
                                      </p:cBhvr>
                                      <p:to>
                                        <p:strVal val="visible"/>
                                      </p:to>
                                    </p:set>
                                    <p:animEffect transition="in" filter="dissolve">
                                      <p:cBhvr>
                                        <p:cTn id="59" dur="1000"/>
                                        <p:tgtEl>
                                          <p:spTgt spid="37"/>
                                        </p:tgtEl>
                                      </p:cBhvr>
                                    </p:animEffect>
                                  </p:childTnLst>
                                </p:cTn>
                              </p:par>
                              <p:par>
                                <p:cTn id="60" presetID="9" presetClass="entr" presetSubtype="0" fill="hold" grpId="0" nodeType="withEffect">
                                  <p:stCondLst>
                                    <p:cond delay="5000"/>
                                  </p:stCondLst>
                                  <p:childTnLst>
                                    <p:set>
                                      <p:cBhvr>
                                        <p:cTn id="61" dur="1" fill="hold">
                                          <p:stCondLst>
                                            <p:cond delay="0"/>
                                          </p:stCondLst>
                                        </p:cTn>
                                        <p:tgtEl>
                                          <p:spTgt spid="38"/>
                                        </p:tgtEl>
                                        <p:attrNameLst>
                                          <p:attrName>style.visibility</p:attrName>
                                        </p:attrNameLst>
                                      </p:cBhvr>
                                      <p:to>
                                        <p:strVal val="visible"/>
                                      </p:to>
                                    </p:set>
                                    <p:animEffect transition="in" filter="dissolve">
                                      <p:cBhvr>
                                        <p:cTn id="62" dur="1000"/>
                                        <p:tgtEl>
                                          <p:spTgt spid="38"/>
                                        </p:tgtEl>
                                      </p:cBhvr>
                                    </p:animEffect>
                                  </p:childTnLst>
                                </p:cTn>
                              </p:par>
                              <p:par>
                                <p:cTn id="63" presetID="9" presetClass="entr" presetSubtype="0" fill="hold" grpId="0" nodeType="withEffect">
                                  <p:stCondLst>
                                    <p:cond delay="5000"/>
                                  </p:stCondLst>
                                  <p:childTnLst>
                                    <p:set>
                                      <p:cBhvr>
                                        <p:cTn id="64" dur="1" fill="hold">
                                          <p:stCondLst>
                                            <p:cond delay="0"/>
                                          </p:stCondLst>
                                        </p:cTn>
                                        <p:tgtEl>
                                          <p:spTgt spid="39"/>
                                        </p:tgtEl>
                                        <p:attrNameLst>
                                          <p:attrName>style.visibility</p:attrName>
                                        </p:attrNameLst>
                                      </p:cBhvr>
                                      <p:to>
                                        <p:strVal val="visible"/>
                                      </p:to>
                                    </p:set>
                                    <p:animEffect transition="in" filter="dissolve">
                                      <p:cBhvr>
                                        <p:cTn id="65" dur="1000"/>
                                        <p:tgtEl>
                                          <p:spTgt spid="39"/>
                                        </p:tgtEl>
                                      </p:cBhvr>
                                    </p:animEffect>
                                  </p:childTnLst>
                                </p:cTn>
                              </p:par>
                              <p:par>
                                <p:cTn id="66" presetID="9" presetClass="entr" presetSubtype="0" fill="hold" grpId="0" nodeType="withEffect">
                                  <p:stCondLst>
                                    <p:cond delay="5000"/>
                                  </p:stCondLst>
                                  <p:childTnLst>
                                    <p:set>
                                      <p:cBhvr>
                                        <p:cTn id="67" dur="1" fill="hold">
                                          <p:stCondLst>
                                            <p:cond delay="0"/>
                                          </p:stCondLst>
                                        </p:cTn>
                                        <p:tgtEl>
                                          <p:spTgt spid="40"/>
                                        </p:tgtEl>
                                        <p:attrNameLst>
                                          <p:attrName>style.visibility</p:attrName>
                                        </p:attrNameLst>
                                      </p:cBhvr>
                                      <p:to>
                                        <p:strVal val="visible"/>
                                      </p:to>
                                    </p:set>
                                    <p:animEffect transition="in" filter="dissolve">
                                      <p:cBhvr>
                                        <p:cTn id="68" dur="1000"/>
                                        <p:tgtEl>
                                          <p:spTgt spid="40"/>
                                        </p:tgtEl>
                                      </p:cBhvr>
                                    </p:animEffect>
                                  </p:childTnLst>
                                </p:cTn>
                              </p:par>
                              <p:par>
                                <p:cTn id="69" presetID="9" presetClass="entr" presetSubtype="0" fill="hold" grpId="0" nodeType="withEffect">
                                  <p:stCondLst>
                                    <p:cond delay="5000"/>
                                  </p:stCondLst>
                                  <p:childTnLst>
                                    <p:set>
                                      <p:cBhvr>
                                        <p:cTn id="70" dur="1" fill="hold">
                                          <p:stCondLst>
                                            <p:cond delay="0"/>
                                          </p:stCondLst>
                                        </p:cTn>
                                        <p:tgtEl>
                                          <p:spTgt spid="41"/>
                                        </p:tgtEl>
                                        <p:attrNameLst>
                                          <p:attrName>style.visibility</p:attrName>
                                        </p:attrNameLst>
                                      </p:cBhvr>
                                      <p:to>
                                        <p:strVal val="visible"/>
                                      </p:to>
                                    </p:set>
                                    <p:animEffect transition="in" filter="dissolve">
                                      <p:cBhvr>
                                        <p:cTn id="71" dur="1000"/>
                                        <p:tgtEl>
                                          <p:spTgt spid="41"/>
                                        </p:tgtEl>
                                      </p:cBhvr>
                                    </p:animEffect>
                                  </p:childTnLst>
                                </p:cTn>
                              </p:par>
                              <p:par>
                                <p:cTn id="72" presetID="9" presetClass="entr" presetSubtype="0" fill="hold" grpId="0" nodeType="withEffect">
                                  <p:stCondLst>
                                    <p:cond delay="5000"/>
                                  </p:stCondLst>
                                  <p:childTnLst>
                                    <p:set>
                                      <p:cBhvr>
                                        <p:cTn id="73" dur="1" fill="hold">
                                          <p:stCondLst>
                                            <p:cond delay="0"/>
                                          </p:stCondLst>
                                        </p:cTn>
                                        <p:tgtEl>
                                          <p:spTgt spid="42"/>
                                        </p:tgtEl>
                                        <p:attrNameLst>
                                          <p:attrName>style.visibility</p:attrName>
                                        </p:attrNameLst>
                                      </p:cBhvr>
                                      <p:to>
                                        <p:strVal val="visible"/>
                                      </p:to>
                                    </p:set>
                                    <p:animEffect transition="in" filter="dissolve">
                                      <p:cBhvr>
                                        <p:cTn id="74" dur="1000"/>
                                        <p:tgtEl>
                                          <p:spTgt spid="42"/>
                                        </p:tgtEl>
                                      </p:cBhvr>
                                    </p:animEffect>
                                  </p:childTnLst>
                                </p:cTn>
                              </p:par>
                              <p:par>
                                <p:cTn id="75" presetID="9" presetClass="entr" presetSubtype="0" fill="hold" grpId="0" nodeType="withEffect">
                                  <p:stCondLst>
                                    <p:cond delay="5000"/>
                                  </p:stCondLst>
                                  <p:childTnLst>
                                    <p:set>
                                      <p:cBhvr>
                                        <p:cTn id="76" dur="1" fill="hold">
                                          <p:stCondLst>
                                            <p:cond delay="0"/>
                                          </p:stCondLst>
                                        </p:cTn>
                                        <p:tgtEl>
                                          <p:spTgt spid="43"/>
                                        </p:tgtEl>
                                        <p:attrNameLst>
                                          <p:attrName>style.visibility</p:attrName>
                                        </p:attrNameLst>
                                      </p:cBhvr>
                                      <p:to>
                                        <p:strVal val="visible"/>
                                      </p:to>
                                    </p:set>
                                    <p:animEffect transition="in" filter="dissolve">
                                      <p:cBhvr>
                                        <p:cTn id="77" dur="1000"/>
                                        <p:tgtEl>
                                          <p:spTgt spid="43"/>
                                        </p:tgtEl>
                                      </p:cBhvr>
                                    </p:animEffect>
                                  </p:childTnLst>
                                </p:cTn>
                              </p:par>
                              <p:par>
                                <p:cTn id="78" presetID="9" presetClass="entr" presetSubtype="0" fill="hold" grpId="0" nodeType="withEffect">
                                  <p:stCondLst>
                                    <p:cond delay="5000"/>
                                  </p:stCondLst>
                                  <p:childTnLst>
                                    <p:set>
                                      <p:cBhvr>
                                        <p:cTn id="79" dur="1" fill="hold">
                                          <p:stCondLst>
                                            <p:cond delay="0"/>
                                          </p:stCondLst>
                                        </p:cTn>
                                        <p:tgtEl>
                                          <p:spTgt spid="44"/>
                                        </p:tgtEl>
                                        <p:attrNameLst>
                                          <p:attrName>style.visibility</p:attrName>
                                        </p:attrNameLst>
                                      </p:cBhvr>
                                      <p:to>
                                        <p:strVal val="visible"/>
                                      </p:to>
                                    </p:set>
                                    <p:animEffect transition="in" filter="dissolve">
                                      <p:cBhvr>
                                        <p:cTn id="80" dur="1000"/>
                                        <p:tgtEl>
                                          <p:spTgt spid="44"/>
                                        </p:tgtEl>
                                      </p:cBhvr>
                                    </p:animEffect>
                                  </p:childTnLst>
                                </p:cTn>
                              </p:par>
                              <p:par>
                                <p:cTn id="81" presetID="9" presetClass="entr" presetSubtype="0" fill="hold" grpId="0" nodeType="withEffect">
                                  <p:stCondLst>
                                    <p:cond delay="5000"/>
                                  </p:stCondLst>
                                  <p:childTnLst>
                                    <p:set>
                                      <p:cBhvr>
                                        <p:cTn id="82" dur="1" fill="hold">
                                          <p:stCondLst>
                                            <p:cond delay="0"/>
                                          </p:stCondLst>
                                        </p:cTn>
                                        <p:tgtEl>
                                          <p:spTgt spid="45"/>
                                        </p:tgtEl>
                                        <p:attrNameLst>
                                          <p:attrName>style.visibility</p:attrName>
                                        </p:attrNameLst>
                                      </p:cBhvr>
                                      <p:to>
                                        <p:strVal val="visible"/>
                                      </p:to>
                                    </p:set>
                                    <p:animEffect transition="in" filter="dissolve">
                                      <p:cBhvr>
                                        <p:cTn id="83" dur="1000"/>
                                        <p:tgtEl>
                                          <p:spTgt spid="45"/>
                                        </p:tgtEl>
                                      </p:cBhvr>
                                    </p:animEffect>
                                  </p:childTnLst>
                                </p:cTn>
                              </p:par>
                              <p:par>
                                <p:cTn id="84" presetID="9" presetClass="entr" presetSubtype="0" fill="hold" grpId="0" nodeType="withEffect">
                                  <p:stCondLst>
                                    <p:cond delay="5000"/>
                                  </p:stCondLst>
                                  <p:childTnLst>
                                    <p:set>
                                      <p:cBhvr>
                                        <p:cTn id="85" dur="1" fill="hold">
                                          <p:stCondLst>
                                            <p:cond delay="0"/>
                                          </p:stCondLst>
                                        </p:cTn>
                                        <p:tgtEl>
                                          <p:spTgt spid="46"/>
                                        </p:tgtEl>
                                        <p:attrNameLst>
                                          <p:attrName>style.visibility</p:attrName>
                                        </p:attrNameLst>
                                      </p:cBhvr>
                                      <p:to>
                                        <p:strVal val="visible"/>
                                      </p:to>
                                    </p:set>
                                    <p:animEffect transition="in" filter="dissolve">
                                      <p:cBhvr>
                                        <p:cTn id="86" dur="1000"/>
                                        <p:tgtEl>
                                          <p:spTgt spid="46"/>
                                        </p:tgtEl>
                                      </p:cBhvr>
                                    </p:animEffect>
                                  </p:childTnLst>
                                </p:cTn>
                              </p:par>
                              <p:par>
                                <p:cTn id="87" presetID="9" presetClass="entr" presetSubtype="0" fill="hold" grpId="0" nodeType="withEffect">
                                  <p:stCondLst>
                                    <p:cond delay="5000"/>
                                  </p:stCondLst>
                                  <p:childTnLst>
                                    <p:set>
                                      <p:cBhvr>
                                        <p:cTn id="88" dur="1" fill="hold">
                                          <p:stCondLst>
                                            <p:cond delay="0"/>
                                          </p:stCondLst>
                                        </p:cTn>
                                        <p:tgtEl>
                                          <p:spTgt spid="47"/>
                                        </p:tgtEl>
                                        <p:attrNameLst>
                                          <p:attrName>style.visibility</p:attrName>
                                        </p:attrNameLst>
                                      </p:cBhvr>
                                      <p:to>
                                        <p:strVal val="visible"/>
                                      </p:to>
                                    </p:set>
                                    <p:animEffect transition="in" filter="dissolve">
                                      <p:cBhvr>
                                        <p:cTn id="89" dur="1000"/>
                                        <p:tgtEl>
                                          <p:spTgt spid="47"/>
                                        </p:tgtEl>
                                      </p:cBhvr>
                                    </p:animEffect>
                                  </p:childTnLst>
                                </p:cTn>
                              </p:par>
                              <p:par>
                                <p:cTn id="90" presetID="9" presetClass="entr" presetSubtype="0" fill="hold" grpId="0" nodeType="withEffect">
                                  <p:stCondLst>
                                    <p:cond delay="5000"/>
                                  </p:stCondLst>
                                  <p:childTnLst>
                                    <p:set>
                                      <p:cBhvr>
                                        <p:cTn id="91" dur="1" fill="hold">
                                          <p:stCondLst>
                                            <p:cond delay="0"/>
                                          </p:stCondLst>
                                        </p:cTn>
                                        <p:tgtEl>
                                          <p:spTgt spid="48"/>
                                        </p:tgtEl>
                                        <p:attrNameLst>
                                          <p:attrName>style.visibility</p:attrName>
                                        </p:attrNameLst>
                                      </p:cBhvr>
                                      <p:to>
                                        <p:strVal val="visible"/>
                                      </p:to>
                                    </p:set>
                                    <p:animEffect transition="in" filter="dissolve">
                                      <p:cBhvr>
                                        <p:cTn id="92" dur="10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24" grpId="0" animBg="1"/>
      <p:bldP spid="25" grpId="0" animBg="1"/>
      <p:bldP spid="26" grpId="0" animBg="1"/>
      <p:bldP spid="27" grpId="0" animBg="1"/>
      <p:bldP spid="30" grpId="0" animBg="1"/>
      <p:bldP spid="32" grpId="0" animBg="1"/>
      <p:bldP spid="33" grpId="0" animBg="1"/>
      <p:bldP spid="34" grpId="0" animBg="1"/>
      <p:bldP spid="35"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a:t>
            </a:r>
            <a:r>
              <a:rPr lang="en-US" sz="700" b="1" dirty="0">
                <a:solidFill>
                  <a:schemeClr val="accent3">
                    <a:lumMod val="50000"/>
                  </a:schemeClr>
                </a:solidFill>
              </a:rPr>
              <a:t>LIVE</a:t>
            </a:r>
            <a:r>
              <a:rPr lang="en-US" sz="700" dirty="0">
                <a:solidFill>
                  <a:schemeClr val="accent3">
                    <a:lumMod val="50000"/>
                  </a:schemeClr>
                </a:solidFill>
              </a:rPr>
              <a:t>. Requires minor image support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6" presetClass="entr" presetSubtype="0" fill="hold" grpId="0" nodeType="after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by="(-#ppt_w*2)" calcmode="lin" valueType="num">
                                      <p:cBhvr rctx="PPT">
                                        <p:cTn id="7" dur="250" autoRev="1" fill="hold">
                                          <p:stCondLst>
                                            <p:cond delay="0"/>
                                          </p:stCondLst>
                                        </p:cTn>
                                        <p:tgtEl>
                                          <p:spTgt spid="2"/>
                                        </p:tgtEl>
                                        <p:attrNameLst>
                                          <p:attrName>ppt_w</p:attrName>
                                        </p:attrNameLst>
                                      </p:cBhvr>
                                    </p:anim>
                                    <p:anim by="(#ppt_w*0.50)" calcmode="lin" valueType="num">
                                      <p:cBhvr>
                                        <p:cTn id="8" dur="250" decel="50000" autoRev="1" fill="hold">
                                          <p:stCondLst>
                                            <p:cond delay="0"/>
                                          </p:stCondLst>
                                        </p:cTn>
                                        <p:tgtEl>
                                          <p:spTgt spid="2"/>
                                        </p:tgtEl>
                                        <p:attrNameLst>
                                          <p:attrName>ppt_x</p:attrName>
                                        </p:attrNameLst>
                                      </p:cBhvr>
                                    </p:anim>
                                    <p:anim from="(-#ppt_h/2)" to="(#ppt_y)" calcmode="lin" valueType="num">
                                      <p:cBhvr>
                                        <p:cTn id="9" dur="500" fill="hold">
                                          <p:stCondLst>
                                            <p:cond delay="0"/>
                                          </p:stCondLst>
                                        </p:cTn>
                                        <p:tgtEl>
                                          <p:spTgt spid="2"/>
                                        </p:tgtEl>
                                        <p:attrNameLst>
                                          <p:attrName>ppt_y</p:attrName>
                                        </p:attrNameLst>
                                      </p:cBhvr>
                                    </p:anim>
                                    <p:animRot by="21600000">
                                      <p:cBhvr>
                                        <p:cTn id="10" dur="500" fill="hold">
                                          <p:stCondLst>
                                            <p:cond delay="0"/>
                                          </p:stCondLst>
                                        </p:cTn>
                                        <p:tgtEl>
                                          <p:spTgt spid="2"/>
                                        </p:tgtEl>
                                        <p:attrNameLst>
                                          <p:attrName>r</p:attrName>
                                        </p:attrNameLst>
                                      </p:cBhvr>
                                    </p:animRot>
                                  </p:childTnLst>
                                </p:cTn>
                              </p:par>
                            </p:childTnLst>
                          </p:cTn>
                        </p:par>
                        <p:par>
                          <p:cTn id="11" fill="hold">
                            <p:stCondLst>
                              <p:cond delay="1000"/>
                            </p:stCondLst>
                            <p:childTnLst>
                              <p:par>
                                <p:cTn id="12" presetID="37" presetClass="entr" presetSubtype="0" fill="hold" grpId="0" nodeType="after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1000"/>
                                        <p:tgtEl>
                                          <p:spTgt spid="3"/>
                                        </p:tgtEl>
                                      </p:cBhvr>
                                    </p:animEffect>
                                    <p:anim calcmode="lin" valueType="num">
                                      <p:cBhvr>
                                        <p:cTn id="15" dur="1000" fill="hold"/>
                                        <p:tgtEl>
                                          <p:spTgt spid="3"/>
                                        </p:tgtEl>
                                        <p:attrNameLst>
                                          <p:attrName>ppt_x</p:attrName>
                                        </p:attrNameLst>
                                      </p:cBhvr>
                                      <p:tavLst>
                                        <p:tav tm="0">
                                          <p:val>
                                            <p:strVal val="#ppt_x"/>
                                          </p:val>
                                        </p:tav>
                                        <p:tav tm="100000">
                                          <p:val>
                                            <p:strVal val="#ppt_x"/>
                                          </p:val>
                                        </p:tav>
                                      </p:tavLst>
                                    </p:anim>
                                    <p:anim calcmode="lin" valueType="num">
                                      <p:cBhvr>
                                        <p:cTn id="16" dur="900" decel="100000" fill="hold"/>
                                        <p:tgtEl>
                                          <p:spTgt spid="3"/>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3"/>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9" presetClass="entr" presetSubtype="0" fill="hold" grpId="0" nodeType="afterEffect">
                                  <p:stCondLst>
                                    <p:cond delay="12000"/>
                                  </p:stCondLst>
                                  <p:childTnLst>
                                    <p:set>
                                      <p:cBhvr>
                                        <p:cTn id="20" dur="1" fill="hold">
                                          <p:stCondLst>
                                            <p:cond delay="0"/>
                                          </p:stCondLst>
                                        </p:cTn>
                                        <p:tgtEl>
                                          <p:spTgt spid="64"/>
                                        </p:tgtEl>
                                        <p:attrNameLst>
                                          <p:attrName>style.visibility</p:attrName>
                                        </p:attrNameLst>
                                      </p:cBhvr>
                                      <p:to>
                                        <p:strVal val="visible"/>
                                      </p:to>
                                    </p:set>
                                    <p:animEffect transition="in" filter="dissolve">
                                      <p:cBhvr>
                                        <p:cTn id="21" dur="500"/>
                                        <p:tgtEl>
                                          <p:spTgt spid="64"/>
                                        </p:tgtEl>
                                      </p:cBhvr>
                                    </p:animEffect>
                                  </p:childTnLst>
                                </p:cTn>
                              </p:par>
                              <p:par>
                                <p:cTn id="22" presetID="9" presetClass="entr" presetSubtype="0" fill="hold" grpId="0" nodeType="withEffect">
                                  <p:stCondLst>
                                    <p:cond delay="12000"/>
                                  </p:stCondLst>
                                  <p:childTnLst>
                                    <p:set>
                                      <p:cBhvr>
                                        <p:cTn id="23" dur="1" fill="hold">
                                          <p:stCondLst>
                                            <p:cond delay="0"/>
                                          </p:stCondLst>
                                        </p:cTn>
                                        <p:tgtEl>
                                          <p:spTgt spid="65"/>
                                        </p:tgtEl>
                                        <p:attrNameLst>
                                          <p:attrName>style.visibility</p:attrName>
                                        </p:attrNameLst>
                                      </p:cBhvr>
                                      <p:to>
                                        <p:strVal val="visible"/>
                                      </p:to>
                                    </p:set>
                                    <p:animEffect transition="in" filter="dissolve">
                                      <p:cBhvr>
                                        <p:cTn id="24" dur="500"/>
                                        <p:tgtEl>
                                          <p:spTgt spid="65"/>
                                        </p:tgtEl>
                                      </p:cBhvr>
                                    </p:animEffect>
                                  </p:childTnLst>
                                </p:cTn>
                              </p:par>
                              <p:par>
                                <p:cTn id="25" presetID="9" presetClass="entr" presetSubtype="0" fill="hold" grpId="0" nodeType="withEffect">
                                  <p:stCondLst>
                                    <p:cond delay="12000"/>
                                  </p:stCondLst>
                                  <p:childTnLst>
                                    <p:set>
                                      <p:cBhvr>
                                        <p:cTn id="26" dur="1" fill="hold">
                                          <p:stCondLst>
                                            <p:cond delay="0"/>
                                          </p:stCondLst>
                                        </p:cTn>
                                        <p:tgtEl>
                                          <p:spTgt spid="66"/>
                                        </p:tgtEl>
                                        <p:attrNameLst>
                                          <p:attrName>style.visibility</p:attrName>
                                        </p:attrNameLst>
                                      </p:cBhvr>
                                      <p:to>
                                        <p:strVal val="visible"/>
                                      </p:to>
                                    </p:set>
                                    <p:animEffect transition="in" filter="dissolve">
                                      <p:cBhvr>
                                        <p:cTn id="27" dur="500"/>
                                        <p:tgtEl>
                                          <p:spTgt spid="66"/>
                                        </p:tgtEl>
                                      </p:cBhvr>
                                    </p:animEffect>
                                  </p:childTnLst>
                                </p:cTn>
                              </p:par>
                              <p:par>
                                <p:cTn id="28" presetID="9" presetClass="entr" presetSubtype="0" fill="hold" grpId="0" nodeType="withEffect">
                                  <p:stCondLst>
                                    <p:cond delay="12000"/>
                                  </p:stCondLst>
                                  <p:childTnLst>
                                    <p:set>
                                      <p:cBhvr>
                                        <p:cTn id="29" dur="1" fill="hold">
                                          <p:stCondLst>
                                            <p:cond delay="0"/>
                                          </p:stCondLst>
                                        </p:cTn>
                                        <p:tgtEl>
                                          <p:spTgt spid="67"/>
                                        </p:tgtEl>
                                        <p:attrNameLst>
                                          <p:attrName>style.visibility</p:attrName>
                                        </p:attrNameLst>
                                      </p:cBhvr>
                                      <p:to>
                                        <p:strVal val="visible"/>
                                      </p:to>
                                    </p:set>
                                    <p:animEffect transition="in" filter="dissolve">
                                      <p:cBhvr>
                                        <p:cTn id="30" dur="500"/>
                                        <p:tgtEl>
                                          <p:spTgt spid="67"/>
                                        </p:tgtEl>
                                      </p:cBhvr>
                                    </p:animEffect>
                                  </p:childTnLst>
                                </p:cTn>
                              </p:par>
                              <p:par>
                                <p:cTn id="31" presetID="9" presetClass="entr" presetSubtype="0" fill="hold" grpId="0" nodeType="withEffect">
                                  <p:stCondLst>
                                    <p:cond delay="12000"/>
                                  </p:stCondLst>
                                  <p:childTnLst>
                                    <p:set>
                                      <p:cBhvr>
                                        <p:cTn id="32" dur="1" fill="hold">
                                          <p:stCondLst>
                                            <p:cond delay="0"/>
                                          </p:stCondLst>
                                        </p:cTn>
                                        <p:tgtEl>
                                          <p:spTgt spid="4"/>
                                        </p:tgtEl>
                                        <p:attrNameLst>
                                          <p:attrName>style.visibility</p:attrName>
                                        </p:attrNameLst>
                                      </p:cBhvr>
                                      <p:to>
                                        <p:strVal val="visible"/>
                                      </p:to>
                                    </p:set>
                                    <p:animEffect transition="in" filter="dissolve">
                                      <p:cBhvr>
                                        <p:cTn id="33" dur="500"/>
                                        <p:tgtEl>
                                          <p:spTgt spid="4"/>
                                        </p:tgtEl>
                                      </p:cBhvr>
                                    </p:animEffect>
                                  </p:childTnLst>
                                </p:cTn>
                              </p:par>
                              <p:par>
                                <p:cTn id="34" presetID="9" presetClass="entr" presetSubtype="0" fill="hold" grpId="0" nodeType="withEffect">
                                  <p:stCondLst>
                                    <p:cond delay="12000"/>
                                  </p:stCondLst>
                                  <p:childTnLst>
                                    <p:set>
                                      <p:cBhvr>
                                        <p:cTn id="35" dur="1" fill="hold">
                                          <p:stCondLst>
                                            <p:cond delay="0"/>
                                          </p:stCondLst>
                                        </p:cTn>
                                        <p:tgtEl>
                                          <p:spTgt spid="5"/>
                                        </p:tgtEl>
                                        <p:attrNameLst>
                                          <p:attrName>style.visibility</p:attrName>
                                        </p:attrNameLst>
                                      </p:cBhvr>
                                      <p:to>
                                        <p:strVal val="visible"/>
                                      </p:to>
                                    </p:set>
                                    <p:animEffect transition="in" filter="dissolve">
                                      <p:cBhvr>
                                        <p:cTn id="36" dur="500"/>
                                        <p:tgtEl>
                                          <p:spTgt spid="5"/>
                                        </p:tgtEl>
                                      </p:cBhvr>
                                    </p:animEffect>
                                  </p:childTnLst>
                                </p:cTn>
                              </p:par>
                              <p:par>
                                <p:cTn id="37" presetID="9" presetClass="entr" presetSubtype="0" fill="hold" grpId="0" nodeType="withEffect">
                                  <p:stCondLst>
                                    <p:cond delay="12000"/>
                                  </p:stCondLst>
                                  <p:childTnLst>
                                    <p:set>
                                      <p:cBhvr>
                                        <p:cTn id="38" dur="1" fill="hold">
                                          <p:stCondLst>
                                            <p:cond delay="0"/>
                                          </p:stCondLst>
                                        </p:cTn>
                                        <p:tgtEl>
                                          <p:spTgt spid="6"/>
                                        </p:tgtEl>
                                        <p:attrNameLst>
                                          <p:attrName>style.visibility</p:attrName>
                                        </p:attrNameLst>
                                      </p:cBhvr>
                                      <p:to>
                                        <p:strVal val="visible"/>
                                      </p:to>
                                    </p:set>
                                    <p:animEffect transition="in" filter="dissolve">
                                      <p:cBhvr>
                                        <p:cTn id="39" dur="500"/>
                                        <p:tgtEl>
                                          <p:spTgt spid="6"/>
                                        </p:tgtEl>
                                      </p:cBhvr>
                                    </p:animEffect>
                                  </p:childTnLst>
                                </p:cTn>
                              </p:par>
                            </p:childTnLst>
                          </p:cTn>
                        </p:par>
                        <p:par>
                          <p:cTn id="40" fill="hold">
                            <p:stCondLst>
                              <p:cond delay="14500"/>
                            </p:stCondLst>
                            <p:childTnLst>
                              <p:par>
                                <p:cTn id="41" presetID="37" presetClass="entr" presetSubtype="0" fill="hold" grpId="0" nodeType="afterEffect">
                                  <p:stCondLst>
                                    <p:cond delay="150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1000"/>
                                        <p:tgtEl>
                                          <p:spTgt spid="7"/>
                                        </p:tgtEl>
                                      </p:cBhvr>
                                    </p:animEffect>
                                    <p:anim calcmode="lin" valueType="num">
                                      <p:cBhvr>
                                        <p:cTn id="44" dur="1000" fill="hold"/>
                                        <p:tgtEl>
                                          <p:spTgt spid="7"/>
                                        </p:tgtEl>
                                        <p:attrNameLst>
                                          <p:attrName>ppt_x</p:attrName>
                                        </p:attrNameLst>
                                      </p:cBhvr>
                                      <p:tavLst>
                                        <p:tav tm="0">
                                          <p:val>
                                            <p:strVal val="#ppt_x"/>
                                          </p:val>
                                        </p:tav>
                                        <p:tav tm="100000">
                                          <p:val>
                                            <p:strVal val="#ppt_x"/>
                                          </p:val>
                                        </p:tav>
                                      </p:tavLst>
                                    </p:anim>
                                    <p:anim calcmode="lin" valueType="num">
                                      <p:cBhvr>
                                        <p:cTn id="45" dur="900" decel="100000" fill="hold"/>
                                        <p:tgtEl>
                                          <p:spTgt spid="7"/>
                                        </p:tgtEl>
                                        <p:attrNameLst>
                                          <p:attrName>ppt_y</p:attrName>
                                        </p:attrNameLst>
                                      </p:cBhvr>
                                      <p:tavLst>
                                        <p:tav tm="0">
                                          <p:val>
                                            <p:strVal val="#ppt_y+1"/>
                                          </p:val>
                                        </p:tav>
                                        <p:tav tm="100000">
                                          <p:val>
                                            <p:strVal val="#ppt_y-.03"/>
                                          </p:val>
                                        </p:tav>
                                      </p:tavLst>
                                    </p:anim>
                                    <p:anim calcmode="lin" valueType="num">
                                      <p:cBhvr>
                                        <p:cTn id="46" dur="100" accel="100000" fill="hold">
                                          <p:stCondLst>
                                            <p:cond delay="900"/>
                                          </p:stCondLst>
                                        </p:cTn>
                                        <p:tgtEl>
                                          <p:spTgt spid="7"/>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64" grpId="0" animBg="1"/>
      <p:bldP spid="65" grpId="0" animBg="1"/>
      <p:bldP spid="66" grpId="0" animBg="1"/>
      <p:bldP spid="67" grpId="0" animBg="1"/>
      <p:bldP spid="4" grpId="0" animBg="1"/>
      <p:bldP spid="5" grpId="0" animBg="1"/>
      <p:bldP spid="6"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1" presetClass="entr" presetSubtype="0" fill="hold" grpId="1" nodeType="afterEffect">
                                  <p:stCondLst>
                                    <p:cond delay="0"/>
                                  </p:stCondLst>
                                  <p:iterate type="lt">
                                    <p:tmPct val="10000"/>
                                  </p:iterate>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3"/>
                                        </p:tgtEl>
                                        <p:attrNameLst>
                                          <p:attrName>ppt_y</p:attrName>
                                        </p:attrNameLst>
                                      </p:cBhvr>
                                      <p:tavLst>
                                        <p:tav tm="0">
                                          <p:val>
                                            <p:strVal val="#ppt_y"/>
                                          </p:val>
                                        </p:tav>
                                        <p:tav tm="100000">
                                          <p:val>
                                            <p:strVal val="#ppt_y"/>
                                          </p:val>
                                        </p:tav>
                                      </p:tavLst>
                                    </p:anim>
                                    <p:anim calcmode="lin" valueType="num">
                                      <p:cBhvr>
                                        <p:cTn id="9" dur="500" fill="hold"/>
                                        <p:tgtEl>
                                          <p:spTgt spid="3"/>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3"/>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3"/>
                                        </p:tgtEl>
                                      </p:cBhvr>
                                    </p:animEffect>
                                  </p:childTnLst>
                                </p:cTn>
                              </p:par>
                            </p:childTnLst>
                          </p:cTn>
                        </p:par>
                        <p:par>
                          <p:cTn id="12" fill="hold">
                            <p:stCondLst>
                              <p:cond delay="950"/>
                            </p:stCondLst>
                            <p:childTnLst>
                              <p:par>
                                <p:cTn id="13" presetID="42"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1000"/>
                                        <p:tgtEl>
                                          <p:spTgt spid="4"/>
                                        </p:tgtEl>
                                      </p:cBhvr>
                                    </p:animEffect>
                                    <p:anim calcmode="lin" valueType="num">
                                      <p:cBhvr>
                                        <p:cTn id="16" dur="1000" fill="hold"/>
                                        <p:tgtEl>
                                          <p:spTgt spid="4"/>
                                        </p:tgtEl>
                                        <p:attrNameLst>
                                          <p:attrName>ppt_x</p:attrName>
                                        </p:attrNameLst>
                                      </p:cBhvr>
                                      <p:tavLst>
                                        <p:tav tm="0">
                                          <p:val>
                                            <p:strVal val="#ppt_x"/>
                                          </p:val>
                                        </p:tav>
                                        <p:tav tm="100000">
                                          <p:val>
                                            <p:strVal val="#ppt_x"/>
                                          </p:val>
                                        </p:tav>
                                      </p:tavLst>
                                    </p:anim>
                                    <p:anim calcmode="lin" valueType="num">
                                      <p:cBhvr>
                                        <p:cTn id="17" dur="1000" fill="hold"/>
                                        <p:tgtEl>
                                          <p:spTgt spid="4"/>
                                        </p:tgtEl>
                                        <p:attrNameLst>
                                          <p:attrName>ppt_y</p:attrName>
                                        </p:attrNameLst>
                                      </p:cBhvr>
                                      <p:tavLst>
                                        <p:tav tm="0">
                                          <p:val>
                                            <p:strVal val="#ppt_y+.1"/>
                                          </p:val>
                                        </p:tav>
                                        <p:tav tm="100000">
                                          <p:val>
                                            <p:strVal val="#ppt_y"/>
                                          </p:val>
                                        </p:tav>
                                      </p:tavLst>
                                    </p:anim>
                                  </p:childTnLst>
                                </p:cTn>
                              </p:par>
                            </p:childTnLst>
                          </p:cTn>
                        </p:par>
                        <p:par>
                          <p:cTn id="18" fill="hold">
                            <p:stCondLst>
                              <p:cond delay="1950"/>
                            </p:stCondLst>
                            <p:childTnLst>
                              <p:par>
                                <p:cTn id="19" presetID="53" presetClass="entr" presetSubtype="16" fill="hold" grpId="0" nodeType="afterEffect">
                                  <p:stCondLst>
                                    <p:cond delay="2000"/>
                                  </p:stCondLst>
                                  <p:childTnLst>
                                    <p:set>
                                      <p:cBhvr>
                                        <p:cTn id="20" dur="1" fill="hold">
                                          <p:stCondLst>
                                            <p:cond delay="0"/>
                                          </p:stCondLst>
                                        </p:cTn>
                                        <p:tgtEl>
                                          <p:spTgt spid="30"/>
                                        </p:tgtEl>
                                        <p:attrNameLst>
                                          <p:attrName>style.visibility</p:attrName>
                                        </p:attrNameLst>
                                      </p:cBhvr>
                                      <p:to>
                                        <p:strVal val="visible"/>
                                      </p:to>
                                    </p:set>
                                    <p:anim calcmode="lin" valueType="num">
                                      <p:cBhvr>
                                        <p:cTn id="21" dur="500" fill="hold"/>
                                        <p:tgtEl>
                                          <p:spTgt spid="30"/>
                                        </p:tgtEl>
                                        <p:attrNameLst>
                                          <p:attrName>ppt_w</p:attrName>
                                        </p:attrNameLst>
                                      </p:cBhvr>
                                      <p:tavLst>
                                        <p:tav tm="0">
                                          <p:val>
                                            <p:fltVal val="0"/>
                                          </p:val>
                                        </p:tav>
                                        <p:tav tm="100000">
                                          <p:val>
                                            <p:strVal val="#ppt_w"/>
                                          </p:val>
                                        </p:tav>
                                      </p:tavLst>
                                    </p:anim>
                                    <p:anim calcmode="lin" valueType="num">
                                      <p:cBhvr>
                                        <p:cTn id="22" dur="500" fill="hold"/>
                                        <p:tgtEl>
                                          <p:spTgt spid="30"/>
                                        </p:tgtEl>
                                        <p:attrNameLst>
                                          <p:attrName>ppt_h</p:attrName>
                                        </p:attrNameLst>
                                      </p:cBhvr>
                                      <p:tavLst>
                                        <p:tav tm="0">
                                          <p:val>
                                            <p:fltVal val="0"/>
                                          </p:val>
                                        </p:tav>
                                        <p:tav tm="100000">
                                          <p:val>
                                            <p:strVal val="#ppt_h"/>
                                          </p:val>
                                        </p:tav>
                                      </p:tavLst>
                                    </p:anim>
                                    <p:animEffect transition="in" filter="fade">
                                      <p:cBhvr>
                                        <p:cTn id="23" dur="500"/>
                                        <p:tgtEl>
                                          <p:spTgt spid="30"/>
                                        </p:tgtEl>
                                      </p:cBhvr>
                                    </p:animEffect>
                                  </p:childTnLst>
                                </p:cTn>
                              </p:par>
                            </p:childTnLst>
                          </p:cTn>
                        </p:par>
                        <p:par>
                          <p:cTn id="24" fill="hold">
                            <p:stCondLst>
                              <p:cond delay="4450"/>
                            </p:stCondLst>
                            <p:childTnLst>
                              <p:par>
                                <p:cTn id="25" presetID="37" presetClass="entr" presetSubtype="0" fill="hold" grpId="0" nodeType="after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1000"/>
                                        <p:tgtEl>
                                          <p:spTgt spid="31"/>
                                        </p:tgtEl>
                                      </p:cBhvr>
                                    </p:animEffect>
                                    <p:anim calcmode="lin" valueType="num">
                                      <p:cBhvr>
                                        <p:cTn id="28" dur="1000" fill="hold"/>
                                        <p:tgtEl>
                                          <p:spTgt spid="31"/>
                                        </p:tgtEl>
                                        <p:attrNameLst>
                                          <p:attrName>ppt_x</p:attrName>
                                        </p:attrNameLst>
                                      </p:cBhvr>
                                      <p:tavLst>
                                        <p:tav tm="0">
                                          <p:val>
                                            <p:strVal val="#ppt_x"/>
                                          </p:val>
                                        </p:tav>
                                        <p:tav tm="100000">
                                          <p:val>
                                            <p:strVal val="#ppt_x"/>
                                          </p:val>
                                        </p:tav>
                                      </p:tavLst>
                                    </p:anim>
                                    <p:anim calcmode="lin" valueType="num">
                                      <p:cBhvr>
                                        <p:cTn id="29" dur="900" decel="100000" fill="hold"/>
                                        <p:tgtEl>
                                          <p:spTgt spid="31"/>
                                        </p:tgtEl>
                                        <p:attrNameLst>
                                          <p:attrName>ppt_y</p:attrName>
                                        </p:attrNameLst>
                                      </p:cBhvr>
                                      <p:tavLst>
                                        <p:tav tm="0">
                                          <p:val>
                                            <p:strVal val="#ppt_y+1"/>
                                          </p:val>
                                        </p:tav>
                                        <p:tav tm="100000">
                                          <p:val>
                                            <p:strVal val="#ppt_y-.03"/>
                                          </p:val>
                                        </p:tav>
                                      </p:tavLst>
                                    </p:anim>
                                    <p:anim calcmode="lin" valueType="num">
                                      <p:cBhvr>
                                        <p:cTn id="30" dur="100" accel="100000" fill="hold">
                                          <p:stCondLst>
                                            <p:cond delay="900"/>
                                          </p:stCondLst>
                                        </p:cTn>
                                        <p:tgtEl>
                                          <p:spTgt spid="31"/>
                                        </p:tgtEl>
                                        <p:attrNameLst>
                                          <p:attrName>ppt_y</p:attrName>
                                        </p:attrNameLst>
                                      </p:cBhvr>
                                      <p:tavLst>
                                        <p:tav tm="0">
                                          <p:val>
                                            <p:strVal val="#ppt_y-.03"/>
                                          </p:val>
                                        </p:tav>
                                        <p:tav tm="100000">
                                          <p:val>
                                            <p:strVal val="#ppt_y"/>
                                          </p:val>
                                        </p:tav>
                                      </p:tavLst>
                                    </p:anim>
                                  </p:childTnLst>
                                </p:cTn>
                              </p:par>
                              <p:par>
                                <p:cTn id="31" presetID="37"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animEffect transition="in" filter="fade">
                                      <p:cBhvr>
                                        <p:cTn id="33" dur="1000"/>
                                        <p:tgtEl>
                                          <p:spTgt spid="32"/>
                                        </p:tgtEl>
                                      </p:cBhvr>
                                    </p:animEffect>
                                    <p:anim calcmode="lin" valueType="num">
                                      <p:cBhvr>
                                        <p:cTn id="34" dur="1000" fill="hold"/>
                                        <p:tgtEl>
                                          <p:spTgt spid="32"/>
                                        </p:tgtEl>
                                        <p:attrNameLst>
                                          <p:attrName>ppt_x</p:attrName>
                                        </p:attrNameLst>
                                      </p:cBhvr>
                                      <p:tavLst>
                                        <p:tav tm="0">
                                          <p:val>
                                            <p:strVal val="#ppt_x"/>
                                          </p:val>
                                        </p:tav>
                                        <p:tav tm="100000">
                                          <p:val>
                                            <p:strVal val="#ppt_x"/>
                                          </p:val>
                                        </p:tav>
                                      </p:tavLst>
                                    </p:anim>
                                    <p:anim calcmode="lin" valueType="num">
                                      <p:cBhvr>
                                        <p:cTn id="35" dur="900" decel="100000" fill="hold"/>
                                        <p:tgtEl>
                                          <p:spTgt spid="32"/>
                                        </p:tgtEl>
                                        <p:attrNameLst>
                                          <p:attrName>ppt_y</p:attrName>
                                        </p:attrNameLst>
                                      </p:cBhvr>
                                      <p:tavLst>
                                        <p:tav tm="0">
                                          <p:val>
                                            <p:strVal val="#ppt_y+1"/>
                                          </p:val>
                                        </p:tav>
                                        <p:tav tm="100000">
                                          <p:val>
                                            <p:strVal val="#ppt_y-.03"/>
                                          </p:val>
                                        </p:tav>
                                      </p:tavLst>
                                    </p:anim>
                                    <p:anim calcmode="lin" valueType="num">
                                      <p:cBhvr>
                                        <p:cTn id="36" dur="100" accel="100000" fill="hold">
                                          <p:stCondLst>
                                            <p:cond delay="900"/>
                                          </p:stCondLst>
                                        </p:cTn>
                                        <p:tgtEl>
                                          <p:spTgt spid="32"/>
                                        </p:tgtEl>
                                        <p:attrNameLst>
                                          <p:attrName>ppt_y</p:attrName>
                                        </p:attrNameLst>
                                      </p:cBhvr>
                                      <p:tavLst>
                                        <p:tav tm="0">
                                          <p:val>
                                            <p:strVal val="#ppt_y-.03"/>
                                          </p:val>
                                        </p:tav>
                                        <p:tav tm="100000">
                                          <p:val>
                                            <p:strVal val="#ppt_y"/>
                                          </p:val>
                                        </p:tav>
                                      </p:tavLst>
                                    </p:anim>
                                  </p:childTnLst>
                                </p:cTn>
                              </p:par>
                            </p:childTnLst>
                          </p:cTn>
                        </p:par>
                        <p:par>
                          <p:cTn id="37" fill="hold">
                            <p:stCondLst>
                              <p:cond delay="5450"/>
                            </p:stCondLst>
                            <p:childTnLst>
                              <p:par>
                                <p:cTn id="38" presetID="9" presetClass="entr" presetSubtype="0" fill="hold" grpId="0" nodeType="afterEffect">
                                  <p:stCondLst>
                                    <p:cond delay="2000"/>
                                  </p:stCondLst>
                                  <p:childTnLst>
                                    <p:set>
                                      <p:cBhvr>
                                        <p:cTn id="39" dur="1" fill="hold">
                                          <p:stCondLst>
                                            <p:cond delay="0"/>
                                          </p:stCondLst>
                                        </p:cTn>
                                        <p:tgtEl>
                                          <p:spTgt spid="33"/>
                                        </p:tgtEl>
                                        <p:attrNameLst>
                                          <p:attrName>style.visibility</p:attrName>
                                        </p:attrNameLst>
                                      </p:cBhvr>
                                      <p:to>
                                        <p:strVal val="visible"/>
                                      </p:to>
                                    </p:set>
                                    <p:animEffect transition="in" filter="dissolve">
                                      <p:cBhvr>
                                        <p:cTn id="40" dur="2000"/>
                                        <p:tgtEl>
                                          <p:spTgt spid="33"/>
                                        </p:tgtEl>
                                      </p:cBhvr>
                                    </p:animEffect>
                                  </p:childTnLst>
                                </p:cTn>
                              </p:par>
                            </p:childTnLst>
                          </p:cTn>
                        </p:par>
                        <p:par>
                          <p:cTn id="41" fill="hold">
                            <p:stCondLst>
                              <p:cond delay="9450"/>
                            </p:stCondLst>
                            <p:childTnLst>
                              <p:par>
                                <p:cTn id="42" presetID="9" presetClass="entr" presetSubtype="0" fill="hold" grpId="0" nodeType="after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dissolve">
                                      <p:cBhvr>
                                        <p:cTn id="44" dur="2000"/>
                                        <p:tgtEl>
                                          <p:spTgt spid="34"/>
                                        </p:tgtEl>
                                      </p:cBhvr>
                                    </p:animEffect>
                                  </p:childTnLst>
                                </p:cTn>
                              </p:par>
                            </p:childTnLst>
                          </p:cTn>
                        </p:par>
                        <p:par>
                          <p:cTn id="45" fill="hold">
                            <p:stCondLst>
                              <p:cond delay="11450"/>
                            </p:stCondLst>
                            <p:childTnLst>
                              <p:par>
                                <p:cTn id="46" presetID="53" presetClass="entr" presetSubtype="16" fill="hold" grpId="0" nodeType="afterEffect">
                                  <p:stCondLst>
                                    <p:cond delay="1000"/>
                                  </p:stCondLst>
                                  <p:childTnLst>
                                    <p:set>
                                      <p:cBhvr>
                                        <p:cTn id="47" dur="1" fill="hold">
                                          <p:stCondLst>
                                            <p:cond delay="0"/>
                                          </p:stCondLst>
                                        </p:cTn>
                                        <p:tgtEl>
                                          <p:spTgt spid="35"/>
                                        </p:tgtEl>
                                        <p:attrNameLst>
                                          <p:attrName>style.visibility</p:attrName>
                                        </p:attrNameLst>
                                      </p:cBhvr>
                                      <p:to>
                                        <p:strVal val="visible"/>
                                      </p:to>
                                    </p:set>
                                    <p:anim calcmode="lin" valueType="num">
                                      <p:cBhvr>
                                        <p:cTn id="48" dur="2000" fill="hold"/>
                                        <p:tgtEl>
                                          <p:spTgt spid="35"/>
                                        </p:tgtEl>
                                        <p:attrNameLst>
                                          <p:attrName>ppt_w</p:attrName>
                                        </p:attrNameLst>
                                      </p:cBhvr>
                                      <p:tavLst>
                                        <p:tav tm="0">
                                          <p:val>
                                            <p:fltVal val="0"/>
                                          </p:val>
                                        </p:tav>
                                        <p:tav tm="100000">
                                          <p:val>
                                            <p:strVal val="#ppt_w"/>
                                          </p:val>
                                        </p:tav>
                                      </p:tavLst>
                                    </p:anim>
                                    <p:anim calcmode="lin" valueType="num">
                                      <p:cBhvr>
                                        <p:cTn id="49" dur="2000" fill="hold"/>
                                        <p:tgtEl>
                                          <p:spTgt spid="35"/>
                                        </p:tgtEl>
                                        <p:attrNameLst>
                                          <p:attrName>ppt_h</p:attrName>
                                        </p:attrNameLst>
                                      </p:cBhvr>
                                      <p:tavLst>
                                        <p:tav tm="0">
                                          <p:val>
                                            <p:fltVal val="0"/>
                                          </p:val>
                                        </p:tav>
                                        <p:tav tm="100000">
                                          <p:val>
                                            <p:strVal val="#ppt_h"/>
                                          </p:val>
                                        </p:tav>
                                      </p:tavLst>
                                    </p:anim>
                                    <p:animEffect transition="in" filter="fade">
                                      <p:cBhvr>
                                        <p:cTn id="50" dur="2000"/>
                                        <p:tgtEl>
                                          <p:spTgt spid="35"/>
                                        </p:tgtEl>
                                      </p:cBhvr>
                                    </p:animEffect>
                                  </p:childTnLst>
                                </p:cTn>
                              </p:par>
                            </p:childTnLst>
                          </p:cTn>
                        </p:par>
                        <p:par>
                          <p:cTn id="51" fill="hold">
                            <p:stCondLst>
                              <p:cond delay="14450"/>
                            </p:stCondLst>
                            <p:childTnLst>
                              <p:par>
                                <p:cTn id="52" presetID="53" presetClass="entr" presetSubtype="16" fill="hold" grpId="0" nodeType="afterEffect">
                                  <p:stCondLst>
                                    <p:cond delay="0"/>
                                  </p:stCondLst>
                                  <p:childTnLst>
                                    <p:set>
                                      <p:cBhvr>
                                        <p:cTn id="53" dur="1" fill="hold">
                                          <p:stCondLst>
                                            <p:cond delay="0"/>
                                          </p:stCondLst>
                                        </p:cTn>
                                        <p:tgtEl>
                                          <p:spTgt spid="36"/>
                                        </p:tgtEl>
                                        <p:attrNameLst>
                                          <p:attrName>style.visibility</p:attrName>
                                        </p:attrNameLst>
                                      </p:cBhvr>
                                      <p:to>
                                        <p:strVal val="visible"/>
                                      </p:to>
                                    </p:set>
                                    <p:anim calcmode="lin" valueType="num">
                                      <p:cBhvr>
                                        <p:cTn id="54" dur="2000" fill="hold"/>
                                        <p:tgtEl>
                                          <p:spTgt spid="36"/>
                                        </p:tgtEl>
                                        <p:attrNameLst>
                                          <p:attrName>ppt_w</p:attrName>
                                        </p:attrNameLst>
                                      </p:cBhvr>
                                      <p:tavLst>
                                        <p:tav tm="0">
                                          <p:val>
                                            <p:fltVal val="0"/>
                                          </p:val>
                                        </p:tav>
                                        <p:tav tm="100000">
                                          <p:val>
                                            <p:strVal val="#ppt_w"/>
                                          </p:val>
                                        </p:tav>
                                      </p:tavLst>
                                    </p:anim>
                                    <p:anim calcmode="lin" valueType="num">
                                      <p:cBhvr>
                                        <p:cTn id="55" dur="2000" fill="hold"/>
                                        <p:tgtEl>
                                          <p:spTgt spid="36"/>
                                        </p:tgtEl>
                                        <p:attrNameLst>
                                          <p:attrName>ppt_h</p:attrName>
                                        </p:attrNameLst>
                                      </p:cBhvr>
                                      <p:tavLst>
                                        <p:tav tm="0">
                                          <p:val>
                                            <p:fltVal val="0"/>
                                          </p:val>
                                        </p:tav>
                                        <p:tav tm="100000">
                                          <p:val>
                                            <p:strVal val="#ppt_h"/>
                                          </p:val>
                                        </p:tav>
                                      </p:tavLst>
                                    </p:anim>
                                    <p:animEffect transition="in" filter="fade">
                                      <p:cBhvr>
                                        <p:cTn id="56" dur="2000"/>
                                        <p:tgtEl>
                                          <p:spTgt spid="36"/>
                                        </p:tgtEl>
                                      </p:cBhvr>
                                    </p:animEffect>
                                  </p:childTnLst>
                                </p:cTn>
                              </p:par>
                            </p:childTnLst>
                          </p:cTn>
                        </p:par>
                        <p:par>
                          <p:cTn id="57" fill="hold">
                            <p:stCondLst>
                              <p:cond delay="16450"/>
                            </p:stCondLst>
                            <p:childTnLst>
                              <p:par>
                                <p:cTn id="58" presetID="9" presetClass="entr" presetSubtype="0" fill="hold" grpId="0" nodeType="after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dissolve">
                                      <p:cBhvr>
                                        <p:cTn id="60" dur="2000"/>
                                        <p:tgtEl>
                                          <p:spTgt spid="37"/>
                                        </p:tgtEl>
                                      </p:cBhvr>
                                    </p:animEffect>
                                  </p:childTnLst>
                                </p:cTn>
                              </p:par>
                            </p:childTnLst>
                          </p:cTn>
                        </p:par>
                        <p:par>
                          <p:cTn id="61" fill="hold">
                            <p:stCondLst>
                              <p:cond delay="18450"/>
                            </p:stCondLst>
                            <p:childTnLst>
                              <p:par>
                                <p:cTn id="62" presetID="9" presetClass="entr" presetSubtype="0" fill="hold" grpId="0" nodeType="after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dissolve">
                                      <p:cBhvr>
                                        <p:cTn id="64" dur="2000"/>
                                        <p:tgtEl>
                                          <p:spTgt spid="38"/>
                                        </p:tgtEl>
                                      </p:cBhvr>
                                    </p:animEffect>
                                  </p:childTnLst>
                                </p:cTn>
                              </p:par>
                            </p:childTnLst>
                          </p:cTn>
                        </p:par>
                        <p:par>
                          <p:cTn id="65" fill="hold">
                            <p:stCondLst>
                              <p:cond delay="20450"/>
                            </p:stCondLst>
                            <p:childTnLst>
                              <p:par>
                                <p:cTn id="66" presetID="37" presetClass="entr" presetSubtype="0" fill="hold" grpId="0" nodeType="afterEffect">
                                  <p:stCondLst>
                                    <p:cond delay="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1000"/>
                                        <p:tgtEl>
                                          <p:spTgt spid="40"/>
                                        </p:tgtEl>
                                      </p:cBhvr>
                                    </p:animEffect>
                                    <p:anim calcmode="lin" valueType="num">
                                      <p:cBhvr>
                                        <p:cTn id="69" dur="1000" fill="hold"/>
                                        <p:tgtEl>
                                          <p:spTgt spid="40"/>
                                        </p:tgtEl>
                                        <p:attrNameLst>
                                          <p:attrName>ppt_x</p:attrName>
                                        </p:attrNameLst>
                                      </p:cBhvr>
                                      <p:tavLst>
                                        <p:tav tm="0">
                                          <p:val>
                                            <p:strVal val="#ppt_x"/>
                                          </p:val>
                                        </p:tav>
                                        <p:tav tm="100000">
                                          <p:val>
                                            <p:strVal val="#ppt_x"/>
                                          </p:val>
                                        </p:tav>
                                      </p:tavLst>
                                    </p:anim>
                                    <p:anim calcmode="lin" valueType="num">
                                      <p:cBhvr>
                                        <p:cTn id="70" dur="900" decel="100000" fill="hold"/>
                                        <p:tgtEl>
                                          <p:spTgt spid="40"/>
                                        </p:tgtEl>
                                        <p:attrNameLst>
                                          <p:attrName>ppt_y</p:attrName>
                                        </p:attrNameLst>
                                      </p:cBhvr>
                                      <p:tavLst>
                                        <p:tav tm="0">
                                          <p:val>
                                            <p:strVal val="#ppt_y+1"/>
                                          </p:val>
                                        </p:tav>
                                        <p:tav tm="100000">
                                          <p:val>
                                            <p:strVal val="#ppt_y-.03"/>
                                          </p:val>
                                        </p:tav>
                                      </p:tavLst>
                                    </p:anim>
                                    <p:anim calcmode="lin" valueType="num">
                                      <p:cBhvr>
                                        <p:cTn id="71" dur="100" accel="100000" fill="hold">
                                          <p:stCondLst>
                                            <p:cond delay="900"/>
                                          </p:stCondLst>
                                        </p:cTn>
                                        <p:tgtEl>
                                          <p:spTgt spid="40"/>
                                        </p:tgtEl>
                                        <p:attrNameLst>
                                          <p:attrName>ppt_y</p:attrName>
                                        </p:attrNameLst>
                                      </p:cBhvr>
                                      <p:tavLst>
                                        <p:tav tm="0">
                                          <p:val>
                                            <p:strVal val="#ppt_y-.03"/>
                                          </p:val>
                                        </p:tav>
                                        <p:tav tm="100000">
                                          <p:val>
                                            <p:strVal val="#ppt_y"/>
                                          </p:val>
                                        </p:tav>
                                      </p:tavLst>
                                    </p:anim>
                                  </p:childTnLst>
                                </p:cTn>
                              </p:par>
                              <p:par>
                                <p:cTn id="72" presetID="37"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1000"/>
                                        <p:tgtEl>
                                          <p:spTgt spid="39"/>
                                        </p:tgtEl>
                                      </p:cBhvr>
                                    </p:animEffect>
                                    <p:anim calcmode="lin" valueType="num">
                                      <p:cBhvr>
                                        <p:cTn id="75" dur="1000" fill="hold"/>
                                        <p:tgtEl>
                                          <p:spTgt spid="39"/>
                                        </p:tgtEl>
                                        <p:attrNameLst>
                                          <p:attrName>ppt_x</p:attrName>
                                        </p:attrNameLst>
                                      </p:cBhvr>
                                      <p:tavLst>
                                        <p:tav tm="0">
                                          <p:val>
                                            <p:strVal val="#ppt_x"/>
                                          </p:val>
                                        </p:tav>
                                        <p:tav tm="100000">
                                          <p:val>
                                            <p:strVal val="#ppt_x"/>
                                          </p:val>
                                        </p:tav>
                                      </p:tavLst>
                                    </p:anim>
                                    <p:anim calcmode="lin" valueType="num">
                                      <p:cBhvr>
                                        <p:cTn id="76" dur="900" decel="100000" fill="hold"/>
                                        <p:tgtEl>
                                          <p:spTgt spid="39"/>
                                        </p:tgtEl>
                                        <p:attrNameLst>
                                          <p:attrName>ppt_y</p:attrName>
                                        </p:attrNameLst>
                                      </p:cBhvr>
                                      <p:tavLst>
                                        <p:tav tm="0">
                                          <p:val>
                                            <p:strVal val="#ppt_y+1"/>
                                          </p:val>
                                        </p:tav>
                                        <p:tav tm="100000">
                                          <p:val>
                                            <p:strVal val="#ppt_y-.03"/>
                                          </p:val>
                                        </p:tav>
                                      </p:tavLst>
                                    </p:anim>
                                    <p:anim calcmode="lin" valueType="num">
                                      <p:cBhvr>
                                        <p:cTn id="77" dur="100" accel="100000" fill="hold">
                                          <p:stCondLst>
                                            <p:cond delay="900"/>
                                          </p:stCondLst>
                                        </p:cTn>
                                        <p:tgtEl>
                                          <p:spTgt spid="39"/>
                                        </p:tgtEl>
                                        <p:attrNameLst>
                                          <p:attrName>ppt_y</p:attrName>
                                        </p:attrNameLst>
                                      </p:cBhvr>
                                      <p:tavLst>
                                        <p:tav tm="0">
                                          <p:val>
                                            <p:strVal val="#ppt_y-.03"/>
                                          </p:val>
                                        </p:tav>
                                        <p:tav tm="100000">
                                          <p:val>
                                            <p:strVal val="#ppt_y"/>
                                          </p:val>
                                        </p:tav>
                                      </p:tavLst>
                                    </p:anim>
                                  </p:childTnLst>
                                </p:cTn>
                              </p:par>
                            </p:childTnLst>
                          </p:cTn>
                        </p:par>
                        <p:par>
                          <p:cTn id="78" fill="hold">
                            <p:stCondLst>
                              <p:cond delay="21450"/>
                            </p:stCondLst>
                            <p:childTnLst>
                              <p:par>
                                <p:cTn id="79" presetID="12" presetClass="entr" presetSubtype="4" fill="hold" grpId="0" nodeType="afterEffect">
                                  <p:stCondLst>
                                    <p:cond delay="1000"/>
                                  </p:stCondLst>
                                  <p:childTnLst>
                                    <p:set>
                                      <p:cBhvr>
                                        <p:cTn id="80" dur="1" fill="hold">
                                          <p:stCondLst>
                                            <p:cond delay="0"/>
                                          </p:stCondLst>
                                        </p:cTn>
                                        <p:tgtEl>
                                          <p:spTgt spid="14"/>
                                        </p:tgtEl>
                                        <p:attrNameLst>
                                          <p:attrName>style.visibility</p:attrName>
                                        </p:attrNameLst>
                                      </p:cBhvr>
                                      <p:to>
                                        <p:strVal val="visible"/>
                                      </p:to>
                                    </p:set>
                                    <p:anim calcmode="lin" valueType="num">
                                      <p:cBhvr additive="base">
                                        <p:cTn id="81" dur="1000"/>
                                        <p:tgtEl>
                                          <p:spTgt spid="14"/>
                                        </p:tgtEl>
                                        <p:attrNameLst>
                                          <p:attrName>ppt_y</p:attrName>
                                        </p:attrNameLst>
                                      </p:cBhvr>
                                      <p:tavLst>
                                        <p:tav tm="0">
                                          <p:val>
                                            <p:strVal val="#ppt_y+#ppt_h*1.125000"/>
                                          </p:val>
                                        </p:tav>
                                        <p:tav tm="100000">
                                          <p:val>
                                            <p:strVal val="#ppt_y"/>
                                          </p:val>
                                        </p:tav>
                                      </p:tavLst>
                                    </p:anim>
                                    <p:animEffect transition="in" filter="wipe(up)">
                                      <p:cBhvr>
                                        <p:cTn id="8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1" animBg="1"/>
      <p:bldP spid="4" grpId="0" animBg="1"/>
      <p:bldP spid="14"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
        <p:nvSpPr>
          <p:cNvPr id="8" name="Text 4">
            <a:extLst>
              <a:ext uri="{FF2B5EF4-FFF2-40B4-BE49-F238E27FC236}">
                <a16:creationId xmlns:a16="http://schemas.microsoft.com/office/drawing/2014/main" id="{8C8A9A41-028E-D5AE-C4AB-598B98BADDAE}"/>
              </a:ext>
            </a:extLst>
          </p:cNvPr>
          <p:cNvSpPr/>
          <p:nvPr/>
        </p:nvSpPr>
        <p:spPr>
          <a:xfrm>
            <a:off x="457200" y="4370832"/>
            <a:ext cx="7772400" cy="612648"/>
          </a:xfrm>
          <a:prstGeom prst="rect">
            <a:avLst/>
          </a:prstGeom>
          <a:noFill/>
          <a:ln/>
        </p:spPr>
        <p:txBody>
          <a:bodyPr wrap="square" lIns="0" tIns="0" rIns="0" bIns="0" rtlCol="0" anchor="ctr"/>
          <a:lstStyle/>
          <a:p>
            <a:r>
              <a:rPr lang="en-US" sz="1200" dirty="0">
                <a:solidFill>
                  <a:srgbClr val="CADCFC"/>
                </a:solidFill>
                <a:latin typeface="Calibri" pitchFamily="34" charset="0"/>
                <a:ea typeface="Calibri" pitchFamily="34" charset="-122"/>
                <a:cs typeface="Calibri" pitchFamily="34" charset="-120"/>
              </a:rPr>
              <a:t>Orderly is proudly brought to you by </a:t>
            </a:r>
            <a:r>
              <a:rPr lang="en-US" sz="1200" b="1" dirty="0">
                <a:solidFill>
                  <a:srgbClr val="CADCFC"/>
                </a:solidFill>
                <a:latin typeface="Calibri" pitchFamily="34" charset="0"/>
                <a:ea typeface="Calibri" pitchFamily="34" charset="-122"/>
                <a:cs typeface="Calibri" pitchFamily="34" charset="-120"/>
              </a:rPr>
              <a:t>Team 7 </a:t>
            </a:r>
            <a:r>
              <a:rPr lang="en-US" sz="1200" dirty="0">
                <a:solidFill>
                  <a:srgbClr val="CADCFC"/>
                </a:solidFill>
                <a:latin typeface="Calibri" pitchFamily="34" charset="0"/>
                <a:ea typeface="Calibri" pitchFamily="34" charset="-122"/>
                <a:cs typeface="Calibri" pitchFamily="34" charset="-120"/>
              </a:rPr>
              <a:t>|</a:t>
            </a:r>
            <a:r>
              <a:rPr lang="en-US" sz="1200" dirty="0"/>
              <a:t> </a:t>
            </a:r>
            <a:r>
              <a:rPr lang="en-US" sz="1200" dirty="0">
                <a:solidFill>
                  <a:srgbClr val="CADCFC"/>
                </a:solidFill>
                <a:latin typeface="Calibri" pitchFamily="34" charset="0"/>
                <a:ea typeface="Calibri" pitchFamily="34" charset="-122"/>
                <a:cs typeface="Calibri" pitchFamily="34" charset="-120"/>
              </a:rPr>
              <a:t>Kim Mayo · Kenny Bacdayan · Rachel Mizer · Tristin Gatt · Caleb Fowlkes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7159</TotalTime>
  <Words>5443</Words>
  <Application>Microsoft Macintosh PowerPoint</Application>
  <PresentationFormat>On-screen Show (16:9)</PresentationFormat>
  <Paragraphs>766</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28</cp:revision>
  <dcterms:created xsi:type="dcterms:W3CDTF">2026-04-23T04:42:28Z</dcterms:created>
  <dcterms:modified xsi:type="dcterms:W3CDTF">2026-04-30T06:40:13Z</dcterms:modified>
</cp:coreProperties>
</file>